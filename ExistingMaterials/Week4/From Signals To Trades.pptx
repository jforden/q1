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35"/>
  </p:notesMasterIdLst>
  <p:sldIdLst>
    <p:sldId id="258" r:id="rId2"/>
    <p:sldId id="259" r:id="rId3"/>
    <p:sldId id="320" r:id="rId4"/>
    <p:sldId id="321" r:id="rId5"/>
    <p:sldId id="322" r:id="rId6"/>
    <p:sldId id="326" r:id="rId7"/>
    <p:sldId id="327" r:id="rId8"/>
    <p:sldId id="267" r:id="rId9"/>
    <p:sldId id="268" r:id="rId10"/>
    <p:sldId id="269" r:id="rId11"/>
    <p:sldId id="270" r:id="rId12"/>
    <p:sldId id="328" r:id="rId13"/>
    <p:sldId id="330" r:id="rId14"/>
    <p:sldId id="331" r:id="rId15"/>
    <p:sldId id="329" r:id="rId16"/>
    <p:sldId id="319" r:id="rId17"/>
    <p:sldId id="332" r:id="rId18"/>
    <p:sldId id="323" r:id="rId19"/>
    <p:sldId id="333" r:id="rId20"/>
    <p:sldId id="289" r:id="rId21"/>
    <p:sldId id="337" r:id="rId22"/>
    <p:sldId id="334" r:id="rId23"/>
    <p:sldId id="324" r:id="rId24"/>
    <p:sldId id="325" r:id="rId25"/>
    <p:sldId id="338" r:id="rId26"/>
    <p:sldId id="335" r:id="rId27"/>
    <p:sldId id="336" r:id="rId28"/>
    <p:sldId id="339" r:id="rId29"/>
    <p:sldId id="340" r:id="rId30"/>
    <p:sldId id="341" r:id="rId31"/>
    <p:sldId id="342" r:id="rId32"/>
    <p:sldId id="343" r:id="rId33"/>
    <p:sldId id="344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115220-F670-4AD8-A496-8E2C6A58EE47}" v="96" dt="2026-01-16T19:17:48.0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294" autoAdjust="0"/>
  </p:normalViewPr>
  <p:slideViewPr>
    <p:cSldViewPr snapToGrid="0">
      <p:cViewPr varScale="1">
        <p:scale>
          <a:sx n="58" d="100"/>
          <a:sy n="58" d="100"/>
        </p:scale>
        <p:origin x="84" y="1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Forden" userId="097e3a7e-cd5c-474a-95f0-a72dc440bf11" providerId="ADAL" clId="{E85425CB-93DB-4066-BCBC-2427ECDC7B55}"/>
    <pc:docChg chg="undo custSel addSld delSld modSld sldOrd delMainMaster">
      <pc:chgData name="Jack Forden" userId="097e3a7e-cd5c-474a-95f0-a72dc440bf11" providerId="ADAL" clId="{E85425CB-93DB-4066-BCBC-2427ECDC7B55}" dt="2026-01-16T19:25:51.767" v="9451" actId="47"/>
      <pc:docMkLst>
        <pc:docMk/>
      </pc:docMkLst>
      <pc:sldChg chg="new del">
        <pc:chgData name="Jack Forden" userId="097e3a7e-cd5c-474a-95f0-a72dc440bf11" providerId="ADAL" clId="{E85425CB-93DB-4066-BCBC-2427ECDC7B55}" dt="2026-01-16T17:01:34.239" v="4" actId="47"/>
        <pc:sldMkLst>
          <pc:docMk/>
          <pc:sldMk cId="695026472" sldId="256"/>
        </pc:sldMkLst>
      </pc:sldChg>
      <pc:sldChg chg="add del">
        <pc:chgData name="Jack Forden" userId="097e3a7e-cd5c-474a-95f0-a72dc440bf11" providerId="ADAL" clId="{E85425CB-93DB-4066-BCBC-2427ECDC7B55}" dt="2026-01-16T17:01:33.770" v="3" actId="47"/>
        <pc:sldMkLst>
          <pc:docMk/>
          <pc:sldMk cId="1060217128" sldId="257"/>
        </pc:sldMkLst>
      </pc:sldChg>
      <pc:sldChg chg="modSp add mod">
        <pc:chgData name="Jack Forden" userId="097e3a7e-cd5c-474a-95f0-a72dc440bf11" providerId="ADAL" clId="{E85425CB-93DB-4066-BCBC-2427ECDC7B55}" dt="2026-01-16T17:02:09.444" v="125" actId="20577"/>
        <pc:sldMkLst>
          <pc:docMk/>
          <pc:sldMk cId="991673238" sldId="258"/>
        </pc:sldMkLst>
        <pc:spChg chg="mod">
          <ac:chgData name="Jack Forden" userId="097e3a7e-cd5c-474a-95f0-a72dc440bf11" providerId="ADAL" clId="{E85425CB-93DB-4066-BCBC-2427ECDC7B55}" dt="2026-01-16T17:01:45.700" v="29" actId="20577"/>
          <ac:spMkLst>
            <pc:docMk/>
            <pc:sldMk cId="991673238" sldId="258"/>
            <ac:spMk id="2" creationId="{00D3BDB2-C0D0-8B9C-A456-686F81FC2D48}"/>
          </ac:spMkLst>
        </pc:spChg>
        <pc:spChg chg="mod">
          <ac:chgData name="Jack Forden" userId="097e3a7e-cd5c-474a-95f0-a72dc440bf11" providerId="ADAL" clId="{E85425CB-93DB-4066-BCBC-2427ECDC7B55}" dt="2026-01-16T17:02:09.444" v="125" actId="20577"/>
          <ac:spMkLst>
            <pc:docMk/>
            <pc:sldMk cId="991673238" sldId="258"/>
            <ac:spMk id="3" creationId="{23D45674-4ADB-82E3-CC62-247426F19C78}"/>
          </ac:spMkLst>
        </pc:spChg>
      </pc:sldChg>
      <pc:sldChg chg="modSp new mod">
        <pc:chgData name="Jack Forden" userId="097e3a7e-cd5c-474a-95f0-a72dc440bf11" providerId="ADAL" clId="{E85425CB-93DB-4066-BCBC-2427ECDC7B55}" dt="2026-01-16T17:13:12.652" v="1224" actId="20577"/>
        <pc:sldMkLst>
          <pc:docMk/>
          <pc:sldMk cId="4073434290" sldId="259"/>
        </pc:sldMkLst>
        <pc:spChg chg="mod">
          <ac:chgData name="Jack Forden" userId="097e3a7e-cd5c-474a-95f0-a72dc440bf11" providerId="ADAL" clId="{E85425CB-93DB-4066-BCBC-2427ECDC7B55}" dt="2026-01-16T17:02:38.292" v="181" actId="20577"/>
          <ac:spMkLst>
            <pc:docMk/>
            <pc:sldMk cId="4073434290" sldId="259"/>
            <ac:spMk id="2" creationId="{627E3EF3-6645-7F9E-613F-6B56AA99A978}"/>
          </ac:spMkLst>
        </pc:spChg>
        <pc:spChg chg="mod">
          <ac:chgData name="Jack Forden" userId="097e3a7e-cd5c-474a-95f0-a72dc440bf11" providerId="ADAL" clId="{E85425CB-93DB-4066-BCBC-2427ECDC7B55}" dt="2026-01-16T17:13:12.652" v="1224" actId="20577"/>
          <ac:spMkLst>
            <pc:docMk/>
            <pc:sldMk cId="4073434290" sldId="259"/>
            <ac:spMk id="3" creationId="{6CCB0D4C-5A8B-D7CA-F8A4-3070E6DFC94D}"/>
          </ac:spMkLst>
        </pc:spChg>
      </pc:sldChg>
      <pc:sldChg chg="modSp add mod ord">
        <pc:chgData name="Jack Forden" userId="097e3a7e-cd5c-474a-95f0-a72dc440bf11" providerId="ADAL" clId="{E85425CB-93DB-4066-BCBC-2427ECDC7B55}" dt="2026-01-16T17:43:59.329" v="3198"/>
        <pc:sldMkLst>
          <pc:docMk/>
          <pc:sldMk cId="1401367045" sldId="267"/>
        </pc:sldMkLst>
        <pc:spChg chg="mod">
          <ac:chgData name="Jack Forden" userId="097e3a7e-cd5c-474a-95f0-a72dc440bf11" providerId="ADAL" clId="{E85425CB-93DB-4066-BCBC-2427ECDC7B55}" dt="2026-01-16T17:27:50.104" v="1922" actId="20577"/>
          <ac:spMkLst>
            <pc:docMk/>
            <pc:sldMk cId="1401367045" sldId="267"/>
            <ac:spMk id="2" creationId="{B1652381-930E-61C8-0EC9-9F0D64D72D2E}"/>
          </ac:spMkLst>
        </pc:spChg>
      </pc:sldChg>
      <pc:sldChg chg="add ord">
        <pc:chgData name="Jack Forden" userId="097e3a7e-cd5c-474a-95f0-a72dc440bf11" providerId="ADAL" clId="{E85425CB-93DB-4066-BCBC-2427ECDC7B55}" dt="2026-01-16T18:07:32.573" v="5150"/>
        <pc:sldMkLst>
          <pc:docMk/>
          <pc:sldMk cId="566847907" sldId="268"/>
        </pc:sldMkLst>
      </pc:sldChg>
      <pc:sldChg chg="add ord">
        <pc:chgData name="Jack Forden" userId="097e3a7e-cd5c-474a-95f0-a72dc440bf11" providerId="ADAL" clId="{E85425CB-93DB-4066-BCBC-2427ECDC7B55}" dt="2026-01-16T17:44:39.541" v="3204"/>
        <pc:sldMkLst>
          <pc:docMk/>
          <pc:sldMk cId="1312798351" sldId="269"/>
        </pc:sldMkLst>
      </pc:sldChg>
      <pc:sldChg chg="add">
        <pc:chgData name="Jack Forden" userId="097e3a7e-cd5c-474a-95f0-a72dc440bf11" providerId="ADAL" clId="{E85425CB-93DB-4066-BCBC-2427ECDC7B55}" dt="2026-01-16T17:45:25.180" v="3207"/>
        <pc:sldMkLst>
          <pc:docMk/>
          <pc:sldMk cId="2723536280" sldId="270"/>
        </pc:sldMkLst>
      </pc:sldChg>
      <pc:sldChg chg="addSp modSp add del mod setBg">
        <pc:chgData name="Jack Forden" userId="097e3a7e-cd5c-474a-95f0-a72dc440bf11" providerId="ADAL" clId="{E85425CB-93DB-4066-BCBC-2427ECDC7B55}" dt="2026-01-16T18:09:07.367" v="5166" actId="47"/>
        <pc:sldMkLst>
          <pc:docMk/>
          <pc:sldMk cId="3689635521" sldId="271"/>
        </pc:sldMkLst>
        <pc:spChg chg="mod">
          <ac:chgData name="Jack Forden" userId="097e3a7e-cd5c-474a-95f0-a72dc440bf11" providerId="ADAL" clId="{E85425CB-93DB-4066-BCBC-2427ECDC7B55}" dt="2026-01-16T17:10:34.020" v="914" actId="26606"/>
          <ac:spMkLst>
            <pc:docMk/>
            <pc:sldMk cId="3689635521" sldId="271"/>
            <ac:spMk id="2" creationId="{D71951C4-5966-235C-1835-BDCD76058934}"/>
          </ac:spMkLst>
        </pc:spChg>
        <pc:spChg chg="mod ord">
          <ac:chgData name="Jack Forden" userId="097e3a7e-cd5c-474a-95f0-a72dc440bf11" providerId="ADAL" clId="{E85425CB-93DB-4066-BCBC-2427ECDC7B55}" dt="2026-01-16T17:10:34.020" v="914" actId="26606"/>
          <ac:spMkLst>
            <pc:docMk/>
            <pc:sldMk cId="3689635521" sldId="271"/>
            <ac:spMk id="3" creationId="{681DB120-4231-FBE8-5B85-10827F67E8A9}"/>
          </ac:spMkLst>
        </pc:spChg>
        <pc:spChg chg="add">
          <ac:chgData name="Jack Forden" userId="097e3a7e-cd5c-474a-95f0-a72dc440bf11" providerId="ADAL" clId="{E85425CB-93DB-4066-BCBC-2427ECDC7B55}" dt="2026-01-16T17:10:34.020" v="914" actId="26606"/>
          <ac:spMkLst>
            <pc:docMk/>
            <pc:sldMk cId="3689635521" sldId="271"/>
            <ac:spMk id="10" creationId="{52ABB703-2B0E-4C3B-B4A2-F3973548E561}"/>
          </ac:spMkLst>
        </pc:spChg>
        <pc:spChg chg="add">
          <ac:chgData name="Jack Forden" userId="097e3a7e-cd5c-474a-95f0-a72dc440bf11" providerId="ADAL" clId="{E85425CB-93DB-4066-BCBC-2427ECDC7B55}" dt="2026-01-16T17:10:34.020" v="914" actId="26606"/>
          <ac:spMkLst>
            <pc:docMk/>
            <pc:sldMk cId="3689635521" sldId="271"/>
            <ac:spMk id="14" creationId="{E95DA498-D9A2-4DA9-B9DA-B3776E08CF7E}"/>
          </ac:spMkLst>
        </pc:spChg>
        <pc:spChg chg="add">
          <ac:chgData name="Jack Forden" userId="097e3a7e-cd5c-474a-95f0-a72dc440bf11" providerId="ADAL" clId="{E85425CB-93DB-4066-BCBC-2427ECDC7B55}" dt="2026-01-16T17:10:34.020" v="914" actId="26606"/>
          <ac:spMkLst>
            <pc:docMk/>
            <pc:sldMk cId="3689635521" sldId="271"/>
            <ac:spMk id="16" creationId="{82A73093-4B9D-420D-B17E-52293703A1D4}"/>
          </ac:spMkLst>
        </pc:spChg>
        <pc:picChg chg="mod">
          <ac:chgData name="Jack Forden" userId="097e3a7e-cd5c-474a-95f0-a72dc440bf11" providerId="ADAL" clId="{E85425CB-93DB-4066-BCBC-2427ECDC7B55}" dt="2026-01-16T17:10:34.020" v="914" actId="26606"/>
          <ac:picMkLst>
            <pc:docMk/>
            <pc:sldMk cId="3689635521" sldId="271"/>
            <ac:picMk id="5" creationId="{E01E5256-1E24-0F9B-12AB-6CCB7FCF472B}"/>
          </ac:picMkLst>
        </pc:picChg>
        <pc:cxnChg chg="add">
          <ac:chgData name="Jack Forden" userId="097e3a7e-cd5c-474a-95f0-a72dc440bf11" providerId="ADAL" clId="{E85425CB-93DB-4066-BCBC-2427ECDC7B55}" dt="2026-01-16T17:10:34.020" v="914" actId="26606"/>
          <ac:cxnSpMkLst>
            <pc:docMk/>
            <pc:sldMk cId="3689635521" sldId="271"/>
            <ac:cxnSpMk id="12" creationId="{9C21570E-E159-49A6-9891-FA397B7A92D3}"/>
          </ac:cxnSpMkLst>
        </pc:cxnChg>
      </pc:sldChg>
      <pc:sldChg chg="add del">
        <pc:chgData name="Jack Forden" userId="097e3a7e-cd5c-474a-95f0-a72dc440bf11" providerId="ADAL" clId="{E85425CB-93DB-4066-BCBC-2427ECDC7B55}" dt="2026-01-16T18:09:07.996" v="5167" actId="47"/>
        <pc:sldMkLst>
          <pc:docMk/>
          <pc:sldMk cId="4170737219" sldId="288"/>
        </pc:sldMkLst>
      </pc:sldChg>
      <pc:sldChg chg="addSp modSp add mod ord setBg">
        <pc:chgData name="Jack Forden" userId="097e3a7e-cd5c-474a-95f0-a72dc440bf11" providerId="ADAL" clId="{E85425CB-93DB-4066-BCBC-2427ECDC7B55}" dt="2026-01-16T18:07:12.309" v="5148"/>
        <pc:sldMkLst>
          <pc:docMk/>
          <pc:sldMk cId="4139217969" sldId="289"/>
        </pc:sldMkLst>
        <pc:spChg chg="mod">
          <ac:chgData name="Jack Forden" userId="097e3a7e-cd5c-474a-95f0-a72dc440bf11" providerId="ADAL" clId="{E85425CB-93DB-4066-BCBC-2427ECDC7B55}" dt="2026-01-16T18:07:09.718" v="5144" actId="20577"/>
          <ac:spMkLst>
            <pc:docMk/>
            <pc:sldMk cId="4139217969" sldId="289"/>
            <ac:spMk id="2" creationId="{8A11D8BF-3F14-5BDA-A338-57513CBBF558}"/>
          </ac:spMkLst>
        </pc:spChg>
        <pc:spChg chg="mod ord">
          <ac:chgData name="Jack Forden" userId="097e3a7e-cd5c-474a-95f0-a72dc440bf11" providerId="ADAL" clId="{E85425CB-93DB-4066-BCBC-2427ECDC7B55}" dt="2026-01-16T17:26:55.625" v="1883" actId="26606"/>
          <ac:spMkLst>
            <pc:docMk/>
            <pc:sldMk cId="4139217969" sldId="289"/>
            <ac:spMk id="3" creationId="{016F70A8-5DB2-889D-23F4-C1524D3B1228}"/>
          </ac:spMkLst>
        </pc:spChg>
        <pc:spChg chg="add">
          <ac:chgData name="Jack Forden" userId="097e3a7e-cd5c-474a-95f0-a72dc440bf11" providerId="ADAL" clId="{E85425CB-93DB-4066-BCBC-2427ECDC7B55}" dt="2026-01-16T17:26:55.625" v="1883" actId="26606"/>
          <ac:spMkLst>
            <pc:docMk/>
            <pc:sldMk cId="4139217969" sldId="289"/>
            <ac:spMk id="3079" creationId="{52ABB703-2B0E-4C3B-B4A2-F3973548E561}"/>
          </ac:spMkLst>
        </pc:spChg>
        <pc:spChg chg="add">
          <ac:chgData name="Jack Forden" userId="097e3a7e-cd5c-474a-95f0-a72dc440bf11" providerId="ADAL" clId="{E85425CB-93DB-4066-BCBC-2427ECDC7B55}" dt="2026-01-16T17:26:55.625" v="1883" actId="26606"/>
          <ac:spMkLst>
            <pc:docMk/>
            <pc:sldMk cId="4139217969" sldId="289"/>
            <ac:spMk id="3083" creationId="{E95DA498-D9A2-4DA9-B9DA-B3776E08CF7E}"/>
          </ac:spMkLst>
        </pc:spChg>
        <pc:spChg chg="add">
          <ac:chgData name="Jack Forden" userId="097e3a7e-cd5c-474a-95f0-a72dc440bf11" providerId="ADAL" clId="{E85425CB-93DB-4066-BCBC-2427ECDC7B55}" dt="2026-01-16T17:26:55.625" v="1883" actId="26606"/>
          <ac:spMkLst>
            <pc:docMk/>
            <pc:sldMk cId="4139217969" sldId="289"/>
            <ac:spMk id="3085" creationId="{82A73093-4B9D-420D-B17E-52293703A1D4}"/>
          </ac:spMkLst>
        </pc:spChg>
        <pc:picChg chg="add mod">
          <ac:chgData name="Jack Forden" userId="097e3a7e-cd5c-474a-95f0-a72dc440bf11" providerId="ADAL" clId="{E85425CB-93DB-4066-BCBC-2427ECDC7B55}" dt="2026-01-16T17:26:55.625" v="1883" actId="26606"/>
          <ac:picMkLst>
            <pc:docMk/>
            <pc:sldMk cId="4139217969" sldId="289"/>
            <ac:picMk id="3074" creationId="{49EFA2E9-CBD7-5F4F-E8D5-55ECF3495057}"/>
          </ac:picMkLst>
        </pc:picChg>
        <pc:cxnChg chg="add">
          <ac:chgData name="Jack Forden" userId="097e3a7e-cd5c-474a-95f0-a72dc440bf11" providerId="ADAL" clId="{E85425CB-93DB-4066-BCBC-2427ECDC7B55}" dt="2026-01-16T17:26:55.625" v="1883" actId="26606"/>
          <ac:cxnSpMkLst>
            <pc:docMk/>
            <pc:sldMk cId="4139217969" sldId="289"/>
            <ac:cxnSpMk id="3081" creationId="{9C21570E-E159-49A6-9891-FA397B7A92D3}"/>
          </ac:cxnSpMkLst>
        </pc:cxnChg>
      </pc:sldChg>
      <pc:sldChg chg="addSp delSp modSp add mod ord setBg">
        <pc:chgData name="Jack Forden" userId="097e3a7e-cd5c-474a-95f0-a72dc440bf11" providerId="ADAL" clId="{E85425CB-93DB-4066-BCBC-2427ECDC7B55}" dt="2026-01-16T18:00:09.193" v="4118" actId="20577"/>
        <pc:sldMkLst>
          <pc:docMk/>
          <pc:sldMk cId="2127733124" sldId="319"/>
        </pc:sldMkLst>
        <pc:spChg chg="mod">
          <ac:chgData name="Jack Forden" userId="097e3a7e-cd5c-474a-95f0-a72dc440bf11" providerId="ADAL" clId="{E85425CB-93DB-4066-BCBC-2427ECDC7B55}" dt="2026-01-16T18:00:03.111" v="4115" actId="26606"/>
          <ac:spMkLst>
            <pc:docMk/>
            <pc:sldMk cId="2127733124" sldId="319"/>
            <ac:spMk id="2" creationId="{0188CC73-B176-5CEC-C4A0-CD752EE15E42}"/>
          </ac:spMkLst>
        </pc:spChg>
        <pc:spChg chg="del mod">
          <ac:chgData name="Jack Forden" userId="097e3a7e-cd5c-474a-95f0-a72dc440bf11" providerId="ADAL" clId="{E85425CB-93DB-4066-BCBC-2427ECDC7B55}" dt="2026-01-16T18:00:03.111" v="4115" actId="26606"/>
          <ac:spMkLst>
            <pc:docMk/>
            <pc:sldMk cId="2127733124" sldId="319"/>
            <ac:spMk id="3" creationId="{D8DE0F4E-C6D7-3404-1D70-817FDE9ABF38}"/>
          </ac:spMkLst>
        </pc:spChg>
        <pc:spChg chg="add">
          <ac:chgData name="Jack Forden" userId="097e3a7e-cd5c-474a-95f0-a72dc440bf11" providerId="ADAL" clId="{E85425CB-93DB-4066-BCBC-2427ECDC7B55}" dt="2026-01-16T18:00:03.111" v="4115" actId="26606"/>
          <ac:spMkLst>
            <pc:docMk/>
            <pc:sldMk cId="2127733124" sldId="319"/>
            <ac:spMk id="9" creationId="{A6B16355-27FB-445B-B646-02AB73637459}"/>
          </ac:spMkLst>
        </pc:spChg>
        <pc:spChg chg="add">
          <ac:chgData name="Jack Forden" userId="097e3a7e-cd5c-474a-95f0-a72dc440bf11" providerId="ADAL" clId="{E85425CB-93DB-4066-BCBC-2427ECDC7B55}" dt="2026-01-16T18:00:03.111" v="4115" actId="26606"/>
          <ac:spMkLst>
            <pc:docMk/>
            <pc:sldMk cId="2127733124" sldId="319"/>
            <ac:spMk id="13" creationId="{6B3BF2E5-C3AB-441F-A430-491119C56D26}"/>
          </ac:spMkLst>
        </pc:spChg>
        <pc:spChg chg="add">
          <ac:chgData name="Jack Forden" userId="097e3a7e-cd5c-474a-95f0-a72dc440bf11" providerId="ADAL" clId="{E85425CB-93DB-4066-BCBC-2427ECDC7B55}" dt="2026-01-16T18:00:03.111" v="4115" actId="26606"/>
          <ac:spMkLst>
            <pc:docMk/>
            <pc:sldMk cId="2127733124" sldId="319"/>
            <ac:spMk id="15" creationId="{DD07C90B-B81A-473B-8919-CA924E61FFCF}"/>
          </ac:spMkLst>
        </pc:spChg>
        <pc:graphicFrameChg chg="add modGraphic">
          <ac:chgData name="Jack Forden" userId="097e3a7e-cd5c-474a-95f0-a72dc440bf11" providerId="ADAL" clId="{E85425CB-93DB-4066-BCBC-2427ECDC7B55}" dt="2026-01-16T18:00:09.193" v="4118" actId="20577"/>
          <ac:graphicFrameMkLst>
            <pc:docMk/>
            <pc:sldMk cId="2127733124" sldId="319"/>
            <ac:graphicFrameMk id="5" creationId="{7C242953-254B-D869-5394-90596B1213D9}"/>
          </ac:graphicFrameMkLst>
        </pc:graphicFrameChg>
        <pc:cxnChg chg="add">
          <ac:chgData name="Jack Forden" userId="097e3a7e-cd5c-474a-95f0-a72dc440bf11" providerId="ADAL" clId="{E85425CB-93DB-4066-BCBC-2427ECDC7B55}" dt="2026-01-16T18:00:03.111" v="4115" actId="26606"/>
          <ac:cxnSpMkLst>
            <pc:docMk/>
            <pc:sldMk cId="2127733124" sldId="319"/>
            <ac:cxnSpMk id="11" creationId="{06DA680F-F6AC-453E-A8BF-C5BDED2851DE}"/>
          </ac:cxnSpMkLst>
        </pc:cxnChg>
      </pc:sldChg>
      <pc:sldChg chg="modSp new mod">
        <pc:chgData name="Jack Forden" userId="097e3a7e-cd5c-474a-95f0-a72dc440bf11" providerId="ADAL" clId="{E85425CB-93DB-4066-BCBC-2427ECDC7B55}" dt="2026-01-16T17:19:19.406" v="1346" actId="20577"/>
        <pc:sldMkLst>
          <pc:docMk/>
          <pc:sldMk cId="3404943248" sldId="320"/>
        </pc:sldMkLst>
        <pc:spChg chg="mod">
          <ac:chgData name="Jack Forden" userId="097e3a7e-cd5c-474a-95f0-a72dc440bf11" providerId="ADAL" clId="{E85425CB-93DB-4066-BCBC-2427ECDC7B55}" dt="2026-01-16T17:18:29.735" v="1258" actId="20577"/>
          <ac:spMkLst>
            <pc:docMk/>
            <pc:sldMk cId="3404943248" sldId="320"/>
            <ac:spMk id="2" creationId="{2F7D0AB7-7C91-3020-ACB3-8381309A5B08}"/>
          </ac:spMkLst>
        </pc:spChg>
        <pc:spChg chg="mod">
          <ac:chgData name="Jack Forden" userId="097e3a7e-cd5c-474a-95f0-a72dc440bf11" providerId="ADAL" clId="{E85425CB-93DB-4066-BCBC-2427ECDC7B55}" dt="2026-01-16T17:19:19.406" v="1346" actId="20577"/>
          <ac:spMkLst>
            <pc:docMk/>
            <pc:sldMk cId="3404943248" sldId="320"/>
            <ac:spMk id="3" creationId="{25ABB6A2-0AC6-F482-F6EA-E733DA8E02F0}"/>
          </ac:spMkLst>
        </pc:spChg>
      </pc:sldChg>
      <pc:sldChg chg="addSp delSp modSp new mod setBg">
        <pc:chgData name="Jack Forden" userId="097e3a7e-cd5c-474a-95f0-a72dc440bf11" providerId="ADAL" clId="{E85425CB-93DB-4066-BCBC-2427ECDC7B55}" dt="2026-01-16T17:42:41.776" v="3033" actId="20577"/>
        <pc:sldMkLst>
          <pc:docMk/>
          <pc:sldMk cId="780543674" sldId="321"/>
        </pc:sldMkLst>
        <pc:spChg chg="mod">
          <ac:chgData name="Jack Forden" userId="097e3a7e-cd5c-474a-95f0-a72dc440bf11" providerId="ADAL" clId="{E85425CB-93DB-4066-BCBC-2427ECDC7B55}" dt="2026-01-16T17:42:34.650" v="3031" actId="26606"/>
          <ac:spMkLst>
            <pc:docMk/>
            <pc:sldMk cId="780543674" sldId="321"/>
            <ac:spMk id="2" creationId="{8D722571-FC0C-30E2-4B2A-E591738FD96F}"/>
          </ac:spMkLst>
        </pc:spChg>
        <pc:spChg chg="del mod">
          <ac:chgData name="Jack Forden" userId="097e3a7e-cd5c-474a-95f0-a72dc440bf11" providerId="ADAL" clId="{E85425CB-93DB-4066-BCBC-2427ECDC7B55}" dt="2026-01-16T17:42:34.650" v="3031" actId="26606"/>
          <ac:spMkLst>
            <pc:docMk/>
            <pc:sldMk cId="780543674" sldId="321"/>
            <ac:spMk id="3" creationId="{B682CBC9-26C8-7C93-B0DB-3A264B8F60EE}"/>
          </ac:spMkLst>
        </pc:spChg>
        <pc:spChg chg="add">
          <ac:chgData name="Jack Forden" userId="097e3a7e-cd5c-474a-95f0-a72dc440bf11" providerId="ADAL" clId="{E85425CB-93DB-4066-BCBC-2427ECDC7B55}" dt="2026-01-16T17:42:34.650" v="3031" actId="26606"/>
          <ac:spMkLst>
            <pc:docMk/>
            <pc:sldMk cId="780543674" sldId="321"/>
            <ac:spMk id="9" creationId="{A6B16355-27FB-445B-B646-02AB73637459}"/>
          </ac:spMkLst>
        </pc:spChg>
        <pc:spChg chg="add">
          <ac:chgData name="Jack Forden" userId="097e3a7e-cd5c-474a-95f0-a72dc440bf11" providerId="ADAL" clId="{E85425CB-93DB-4066-BCBC-2427ECDC7B55}" dt="2026-01-16T17:42:34.650" v="3031" actId="26606"/>
          <ac:spMkLst>
            <pc:docMk/>
            <pc:sldMk cId="780543674" sldId="321"/>
            <ac:spMk id="13" creationId="{6B3BF2E5-C3AB-441F-A430-491119C56D26}"/>
          </ac:spMkLst>
        </pc:spChg>
        <pc:spChg chg="add">
          <ac:chgData name="Jack Forden" userId="097e3a7e-cd5c-474a-95f0-a72dc440bf11" providerId="ADAL" clId="{E85425CB-93DB-4066-BCBC-2427ECDC7B55}" dt="2026-01-16T17:42:34.650" v="3031" actId="26606"/>
          <ac:spMkLst>
            <pc:docMk/>
            <pc:sldMk cId="780543674" sldId="321"/>
            <ac:spMk id="15" creationId="{DD07C90B-B81A-473B-8919-CA924E61FFCF}"/>
          </ac:spMkLst>
        </pc:spChg>
        <pc:graphicFrameChg chg="add modGraphic">
          <ac:chgData name="Jack Forden" userId="097e3a7e-cd5c-474a-95f0-a72dc440bf11" providerId="ADAL" clId="{E85425CB-93DB-4066-BCBC-2427ECDC7B55}" dt="2026-01-16T17:42:41.776" v="3033" actId="20577"/>
          <ac:graphicFrameMkLst>
            <pc:docMk/>
            <pc:sldMk cId="780543674" sldId="321"/>
            <ac:graphicFrameMk id="5" creationId="{5566D176-57EA-8A75-1805-20DFA06B108B}"/>
          </ac:graphicFrameMkLst>
        </pc:graphicFrameChg>
        <pc:cxnChg chg="add">
          <ac:chgData name="Jack Forden" userId="097e3a7e-cd5c-474a-95f0-a72dc440bf11" providerId="ADAL" clId="{E85425CB-93DB-4066-BCBC-2427ECDC7B55}" dt="2026-01-16T17:42:34.650" v="3031" actId="26606"/>
          <ac:cxnSpMkLst>
            <pc:docMk/>
            <pc:sldMk cId="780543674" sldId="321"/>
            <ac:cxnSpMk id="11" creationId="{06DA680F-F6AC-453E-A8BF-C5BDED2851DE}"/>
          </ac:cxnSpMkLst>
        </pc:cxnChg>
      </pc:sldChg>
      <pc:sldChg chg="addSp modSp new mod setBg">
        <pc:chgData name="Jack Forden" userId="097e3a7e-cd5c-474a-95f0-a72dc440bf11" providerId="ADAL" clId="{E85425CB-93DB-4066-BCBC-2427ECDC7B55}" dt="2026-01-16T17:24:27.026" v="1859" actId="26606"/>
        <pc:sldMkLst>
          <pc:docMk/>
          <pc:sldMk cId="1308899715" sldId="322"/>
        </pc:sldMkLst>
        <pc:spChg chg="mod">
          <ac:chgData name="Jack Forden" userId="097e3a7e-cd5c-474a-95f0-a72dc440bf11" providerId="ADAL" clId="{E85425CB-93DB-4066-BCBC-2427ECDC7B55}" dt="2026-01-16T17:24:27.026" v="1859" actId="26606"/>
          <ac:spMkLst>
            <pc:docMk/>
            <pc:sldMk cId="1308899715" sldId="322"/>
            <ac:spMk id="2" creationId="{E5226F24-4998-F493-2615-D1EA66602A44}"/>
          </ac:spMkLst>
        </pc:spChg>
        <pc:spChg chg="mod ord">
          <ac:chgData name="Jack Forden" userId="097e3a7e-cd5c-474a-95f0-a72dc440bf11" providerId="ADAL" clId="{E85425CB-93DB-4066-BCBC-2427ECDC7B55}" dt="2026-01-16T17:24:27.026" v="1859" actId="26606"/>
          <ac:spMkLst>
            <pc:docMk/>
            <pc:sldMk cId="1308899715" sldId="322"/>
            <ac:spMk id="3" creationId="{FA7EECEF-A51A-FB38-E1CF-E117534C1132}"/>
          </ac:spMkLst>
        </pc:spChg>
        <pc:spChg chg="add">
          <ac:chgData name="Jack Forden" userId="097e3a7e-cd5c-474a-95f0-a72dc440bf11" providerId="ADAL" clId="{E85425CB-93DB-4066-BCBC-2427ECDC7B55}" dt="2026-01-16T17:24:27.026" v="1859" actId="26606"/>
          <ac:spMkLst>
            <pc:docMk/>
            <pc:sldMk cId="1308899715" sldId="322"/>
            <ac:spMk id="1031" creationId="{284B70D5-875B-433D-BDBD-1522A85D6C1D}"/>
          </ac:spMkLst>
        </pc:spChg>
        <pc:spChg chg="add">
          <ac:chgData name="Jack Forden" userId="097e3a7e-cd5c-474a-95f0-a72dc440bf11" providerId="ADAL" clId="{E85425CB-93DB-4066-BCBC-2427ECDC7B55}" dt="2026-01-16T17:24:27.026" v="1859" actId="26606"/>
          <ac:spMkLst>
            <pc:docMk/>
            <pc:sldMk cId="1308899715" sldId="322"/>
            <ac:spMk id="1035" creationId="{1E299956-A9E7-4FC1-A0B1-D590CA9730E8}"/>
          </ac:spMkLst>
        </pc:spChg>
        <pc:spChg chg="add">
          <ac:chgData name="Jack Forden" userId="097e3a7e-cd5c-474a-95f0-a72dc440bf11" providerId="ADAL" clId="{E85425CB-93DB-4066-BCBC-2427ECDC7B55}" dt="2026-01-16T17:24:27.026" v="1859" actId="26606"/>
          <ac:spMkLst>
            <pc:docMk/>
            <pc:sldMk cId="1308899715" sldId="322"/>
            <ac:spMk id="1037" creationId="{17FC539C-B783-4B03-9F9E-D13430F3F64F}"/>
          </ac:spMkLst>
        </pc:spChg>
        <pc:picChg chg="add mod">
          <ac:chgData name="Jack Forden" userId="097e3a7e-cd5c-474a-95f0-a72dc440bf11" providerId="ADAL" clId="{E85425CB-93DB-4066-BCBC-2427ECDC7B55}" dt="2026-01-16T17:24:27.026" v="1859" actId="26606"/>
          <ac:picMkLst>
            <pc:docMk/>
            <pc:sldMk cId="1308899715" sldId="322"/>
            <ac:picMk id="1026" creationId="{8DA15A1E-618B-9BC6-13E4-89B5C953B841}"/>
          </ac:picMkLst>
        </pc:picChg>
        <pc:cxnChg chg="add">
          <ac:chgData name="Jack Forden" userId="097e3a7e-cd5c-474a-95f0-a72dc440bf11" providerId="ADAL" clId="{E85425CB-93DB-4066-BCBC-2427ECDC7B55}" dt="2026-01-16T17:24:27.026" v="1859" actId="26606"/>
          <ac:cxnSpMkLst>
            <pc:docMk/>
            <pc:sldMk cId="1308899715" sldId="322"/>
            <ac:cxnSpMk id="1033" creationId="{C947DF4A-614C-4B4C-8B80-E5B9D8E8CFED}"/>
          </ac:cxnSpMkLst>
        </pc:cxnChg>
      </pc:sldChg>
      <pc:sldChg chg="addSp modSp new mod ord setBg">
        <pc:chgData name="Jack Forden" userId="097e3a7e-cd5c-474a-95f0-a72dc440bf11" providerId="ADAL" clId="{E85425CB-93DB-4066-BCBC-2427ECDC7B55}" dt="2026-01-16T18:07:11.391" v="5146"/>
        <pc:sldMkLst>
          <pc:docMk/>
          <pc:sldMk cId="982494663" sldId="323"/>
        </pc:sldMkLst>
        <pc:spChg chg="mod">
          <ac:chgData name="Jack Forden" userId="097e3a7e-cd5c-474a-95f0-a72dc440bf11" providerId="ADAL" clId="{E85425CB-93DB-4066-BCBC-2427ECDC7B55}" dt="2026-01-16T17:26:00.435" v="1877" actId="26606"/>
          <ac:spMkLst>
            <pc:docMk/>
            <pc:sldMk cId="982494663" sldId="323"/>
            <ac:spMk id="2" creationId="{5E5F6FC6-6546-71DA-2173-B0368FF77A21}"/>
          </ac:spMkLst>
        </pc:spChg>
        <pc:spChg chg="mod ord">
          <ac:chgData name="Jack Forden" userId="097e3a7e-cd5c-474a-95f0-a72dc440bf11" providerId="ADAL" clId="{E85425CB-93DB-4066-BCBC-2427ECDC7B55}" dt="2026-01-16T17:26:00.435" v="1877" actId="26606"/>
          <ac:spMkLst>
            <pc:docMk/>
            <pc:sldMk cId="982494663" sldId="323"/>
            <ac:spMk id="3" creationId="{DF47CA4E-8990-05E7-A13A-1EE31F83F296}"/>
          </ac:spMkLst>
        </pc:spChg>
        <pc:spChg chg="add">
          <ac:chgData name="Jack Forden" userId="097e3a7e-cd5c-474a-95f0-a72dc440bf11" providerId="ADAL" clId="{E85425CB-93DB-4066-BCBC-2427ECDC7B55}" dt="2026-01-16T17:26:00.435" v="1877" actId="26606"/>
          <ac:spMkLst>
            <pc:docMk/>
            <pc:sldMk cId="982494663" sldId="323"/>
            <ac:spMk id="2057" creationId="{284B70D5-875B-433D-BDBD-1522A85D6C1D}"/>
          </ac:spMkLst>
        </pc:spChg>
        <pc:spChg chg="add">
          <ac:chgData name="Jack Forden" userId="097e3a7e-cd5c-474a-95f0-a72dc440bf11" providerId="ADAL" clId="{E85425CB-93DB-4066-BCBC-2427ECDC7B55}" dt="2026-01-16T17:26:00.435" v="1877" actId="26606"/>
          <ac:spMkLst>
            <pc:docMk/>
            <pc:sldMk cId="982494663" sldId="323"/>
            <ac:spMk id="2061" creationId="{1E299956-A9E7-4FC1-A0B1-D590CA9730E8}"/>
          </ac:spMkLst>
        </pc:spChg>
        <pc:spChg chg="add">
          <ac:chgData name="Jack Forden" userId="097e3a7e-cd5c-474a-95f0-a72dc440bf11" providerId="ADAL" clId="{E85425CB-93DB-4066-BCBC-2427ECDC7B55}" dt="2026-01-16T17:26:00.435" v="1877" actId="26606"/>
          <ac:spMkLst>
            <pc:docMk/>
            <pc:sldMk cId="982494663" sldId="323"/>
            <ac:spMk id="2063" creationId="{17FC539C-B783-4B03-9F9E-D13430F3F64F}"/>
          </ac:spMkLst>
        </pc:spChg>
        <pc:picChg chg="add mod">
          <ac:chgData name="Jack Forden" userId="097e3a7e-cd5c-474a-95f0-a72dc440bf11" providerId="ADAL" clId="{E85425CB-93DB-4066-BCBC-2427ECDC7B55}" dt="2026-01-16T17:25:56.540" v="1875" actId="14100"/>
          <ac:picMkLst>
            <pc:docMk/>
            <pc:sldMk cId="982494663" sldId="323"/>
            <ac:picMk id="2050" creationId="{CF23068B-AAEF-1278-24FF-F7747BB33690}"/>
          </ac:picMkLst>
        </pc:picChg>
        <pc:picChg chg="add mod">
          <ac:chgData name="Jack Forden" userId="097e3a7e-cd5c-474a-95f0-a72dc440bf11" providerId="ADAL" clId="{E85425CB-93DB-4066-BCBC-2427ECDC7B55}" dt="2026-01-16T17:26:00.443" v="1878" actId="27636"/>
          <ac:picMkLst>
            <pc:docMk/>
            <pc:sldMk cId="982494663" sldId="323"/>
            <ac:picMk id="2052" creationId="{8791A648-6221-5438-5A2C-4357CD96F10F}"/>
          </ac:picMkLst>
        </pc:picChg>
        <pc:cxnChg chg="add">
          <ac:chgData name="Jack Forden" userId="097e3a7e-cd5c-474a-95f0-a72dc440bf11" providerId="ADAL" clId="{E85425CB-93DB-4066-BCBC-2427ECDC7B55}" dt="2026-01-16T17:26:00.435" v="1877" actId="26606"/>
          <ac:cxnSpMkLst>
            <pc:docMk/>
            <pc:sldMk cId="982494663" sldId="323"/>
            <ac:cxnSpMk id="2059" creationId="{C947DF4A-614C-4B4C-8B80-E5B9D8E8CFED}"/>
          </ac:cxnSpMkLst>
        </pc:cxnChg>
      </pc:sldChg>
      <pc:sldChg chg="modSp new mod">
        <pc:chgData name="Jack Forden" userId="097e3a7e-cd5c-474a-95f0-a72dc440bf11" providerId="ADAL" clId="{E85425CB-93DB-4066-BCBC-2427ECDC7B55}" dt="2026-01-16T18:38:38.553" v="7312" actId="20577"/>
        <pc:sldMkLst>
          <pc:docMk/>
          <pc:sldMk cId="3486390771" sldId="324"/>
        </pc:sldMkLst>
        <pc:spChg chg="mod">
          <ac:chgData name="Jack Forden" userId="097e3a7e-cd5c-474a-95f0-a72dc440bf11" providerId="ADAL" clId="{E85425CB-93DB-4066-BCBC-2427ECDC7B55}" dt="2026-01-16T18:30:43.961" v="6565" actId="20577"/>
          <ac:spMkLst>
            <pc:docMk/>
            <pc:sldMk cId="3486390771" sldId="324"/>
            <ac:spMk id="2" creationId="{A918A577-A5B1-4365-0CFF-84F002A26D63}"/>
          </ac:spMkLst>
        </pc:spChg>
        <pc:spChg chg="mod">
          <ac:chgData name="Jack Forden" userId="097e3a7e-cd5c-474a-95f0-a72dc440bf11" providerId="ADAL" clId="{E85425CB-93DB-4066-BCBC-2427ECDC7B55}" dt="2026-01-16T18:38:38.553" v="7312" actId="20577"/>
          <ac:spMkLst>
            <pc:docMk/>
            <pc:sldMk cId="3486390771" sldId="324"/>
            <ac:spMk id="3" creationId="{14456EEC-B393-F012-5A72-AD435AEE3705}"/>
          </ac:spMkLst>
        </pc:spChg>
      </pc:sldChg>
      <pc:sldChg chg="modSp new mod modNotesTx">
        <pc:chgData name="Jack Forden" userId="097e3a7e-cd5c-474a-95f0-a72dc440bf11" providerId="ADAL" clId="{E85425CB-93DB-4066-BCBC-2427ECDC7B55}" dt="2026-01-16T18:52:00.629" v="7703" actId="20577"/>
        <pc:sldMkLst>
          <pc:docMk/>
          <pc:sldMk cId="90127132" sldId="325"/>
        </pc:sldMkLst>
        <pc:spChg chg="mod">
          <ac:chgData name="Jack Forden" userId="097e3a7e-cd5c-474a-95f0-a72dc440bf11" providerId="ADAL" clId="{E85425CB-93DB-4066-BCBC-2427ECDC7B55}" dt="2026-01-16T17:27:25.373" v="1893" actId="20577"/>
          <ac:spMkLst>
            <pc:docMk/>
            <pc:sldMk cId="90127132" sldId="325"/>
            <ac:spMk id="2" creationId="{85587F5C-A16D-3EFA-F83F-9B6510DB1ABE}"/>
          </ac:spMkLst>
        </pc:spChg>
        <pc:spChg chg="mod">
          <ac:chgData name="Jack Forden" userId="097e3a7e-cd5c-474a-95f0-a72dc440bf11" providerId="ADAL" clId="{E85425CB-93DB-4066-BCBC-2427ECDC7B55}" dt="2026-01-16T18:51:36.391" v="7700" actId="20577"/>
          <ac:spMkLst>
            <pc:docMk/>
            <pc:sldMk cId="90127132" sldId="325"/>
            <ac:spMk id="3" creationId="{52A9809E-A626-F2B6-11EB-D6B8FA74BA44}"/>
          </ac:spMkLst>
        </pc:spChg>
      </pc:sldChg>
      <pc:sldChg chg="addSp modSp new mod ord modNotesTx">
        <pc:chgData name="Jack Forden" userId="097e3a7e-cd5c-474a-95f0-a72dc440bf11" providerId="ADAL" clId="{E85425CB-93DB-4066-BCBC-2427ECDC7B55}" dt="2026-01-16T17:42:25.455" v="3030" actId="1076"/>
        <pc:sldMkLst>
          <pc:docMk/>
          <pc:sldMk cId="1527559865" sldId="326"/>
        </pc:sldMkLst>
        <pc:spChg chg="mod">
          <ac:chgData name="Jack Forden" userId="097e3a7e-cd5c-474a-95f0-a72dc440bf11" providerId="ADAL" clId="{E85425CB-93DB-4066-BCBC-2427ECDC7B55}" dt="2026-01-16T17:28:30.294" v="1951" actId="20577"/>
          <ac:spMkLst>
            <pc:docMk/>
            <pc:sldMk cId="1527559865" sldId="326"/>
            <ac:spMk id="2" creationId="{4430AF5D-122B-F39F-47B8-BDC689BCFC11}"/>
          </ac:spMkLst>
        </pc:spChg>
        <pc:spChg chg="mod">
          <ac:chgData name="Jack Forden" userId="097e3a7e-cd5c-474a-95f0-a72dc440bf11" providerId="ADAL" clId="{E85425CB-93DB-4066-BCBC-2427ECDC7B55}" dt="2026-01-16T17:41:16.630" v="3025" actId="20577"/>
          <ac:spMkLst>
            <pc:docMk/>
            <pc:sldMk cId="1527559865" sldId="326"/>
            <ac:spMk id="3" creationId="{694BDD65-9BF4-C3F2-9865-3F24C32EE52F}"/>
          </ac:spMkLst>
        </pc:spChg>
        <pc:picChg chg="add mod">
          <ac:chgData name="Jack Forden" userId="097e3a7e-cd5c-474a-95f0-a72dc440bf11" providerId="ADAL" clId="{E85425CB-93DB-4066-BCBC-2427ECDC7B55}" dt="2026-01-16T17:42:25.455" v="3030" actId="1076"/>
          <ac:picMkLst>
            <pc:docMk/>
            <pc:sldMk cId="1527559865" sldId="326"/>
            <ac:picMk id="4098" creationId="{DD820C19-2582-BD79-8293-FFC390B74C0D}"/>
          </ac:picMkLst>
        </pc:picChg>
      </pc:sldChg>
      <pc:sldChg chg="addSp delSp modSp new mod setBg">
        <pc:chgData name="Jack Forden" userId="097e3a7e-cd5c-474a-95f0-a72dc440bf11" providerId="ADAL" clId="{E85425CB-93DB-4066-BCBC-2427ECDC7B55}" dt="2026-01-16T17:44:15.328" v="3200" actId="33524"/>
        <pc:sldMkLst>
          <pc:docMk/>
          <pc:sldMk cId="2640424407" sldId="327"/>
        </pc:sldMkLst>
        <pc:spChg chg="mod">
          <ac:chgData name="Jack Forden" userId="097e3a7e-cd5c-474a-95f0-a72dc440bf11" providerId="ADAL" clId="{E85425CB-93DB-4066-BCBC-2427ECDC7B55}" dt="2026-01-16T17:44:15.328" v="3200" actId="33524"/>
          <ac:spMkLst>
            <pc:docMk/>
            <pc:sldMk cId="2640424407" sldId="327"/>
            <ac:spMk id="2" creationId="{4B284617-2BEC-D669-8583-8FE26D73CD72}"/>
          </ac:spMkLst>
        </pc:spChg>
        <pc:spChg chg="del mod">
          <ac:chgData name="Jack Forden" userId="097e3a7e-cd5c-474a-95f0-a72dc440bf11" providerId="ADAL" clId="{E85425CB-93DB-4066-BCBC-2427ECDC7B55}" dt="2026-01-16T17:44:08.539" v="3199" actId="26606"/>
          <ac:spMkLst>
            <pc:docMk/>
            <pc:sldMk cId="2640424407" sldId="327"/>
            <ac:spMk id="3" creationId="{4A52CE27-BBE7-92C9-D06F-D475D071733F}"/>
          </ac:spMkLst>
        </pc:spChg>
        <pc:graphicFrameChg chg="add">
          <ac:chgData name="Jack Forden" userId="097e3a7e-cd5c-474a-95f0-a72dc440bf11" providerId="ADAL" clId="{E85425CB-93DB-4066-BCBC-2427ECDC7B55}" dt="2026-01-16T17:44:08.539" v="3199" actId="26606"/>
          <ac:graphicFrameMkLst>
            <pc:docMk/>
            <pc:sldMk cId="2640424407" sldId="327"/>
            <ac:graphicFrameMk id="5" creationId="{D734FCEA-FF96-58F3-1754-D2FF7FBBA766}"/>
          </ac:graphicFrameMkLst>
        </pc:graphicFrameChg>
      </pc:sldChg>
      <pc:sldChg chg="add">
        <pc:chgData name="Jack Forden" userId="097e3a7e-cd5c-474a-95f0-a72dc440bf11" providerId="ADAL" clId="{E85425CB-93DB-4066-BCBC-2427ECDC7B55}" dt="2026-01-16T17:45:33.798" v="3208"/>
        <pc:sldMkLst>
          <pc:docMk/>
          <pc:sldMk cId="1674556564" sldId="328"/>
        </pc:sldMkLst>
      </pc:sldChg>
      <pc:sldChg chg="modSp new mod">
        <pc:chgData name="Jack Forden" userId="097e3a7e-cd5c-474a-95f0-a72dc440bf11" providerId="ADAL" clId="{E85425CB-93DB-4066-BCBC-2427ECDC7B55}" dt="2026-01-16T17:46:10.225" v="3221" actId="20577"/>
        <pc:sldMkLst>
          <pc:docMk/>
          <pc:sldMk cId="653508404" sldId="329"/>
        </pc:sldMkLst>
        <pc:spChg chg="mod">
          <ac:chgData name="Jack Forden" userId="097e3a7e-cd5c-474a-95f0-a72dc440bf11" providerId="ADAL" clId="{E85425CB-93DB-4066-BCBC-2427ECDC7B55}" dt="2026-01-16T17:46:10.225" v="3221" actId="20577"/>
          <ac:spMkLst>
            <pc:docMk/>
            <pc:sldMk cId="653508404" sldId="329"/>
            <ac:spMk id="2" creationId="{D4B4F4F6-BF0E-4BC7-FC00-FF8CB57F5E11}"/>
          </ac:spMkLst>
        </pc:spChg>
      </pc:sldChg>
      <pc:sldChg chg="addSp modSp new mod">
        <pc:chgData name="Jack Forden" userId="097e3a7e-cd5c-474a-95f0-a72dc440bf11" providerId="ADAL" clId="{E85425CB-93DB-4066-BCBC-2427ECDC7B55}" dt="2026-01-16T17:54:06.999" v="3380" actId="1076"/>
        <pc:sldMkLst>
          <pc:docMk/>
          <pc:sldMk cId="1317832691" sldId="330"/>
        </pc:sldMkLst>
        <pc:spChg chg="mod">
          <ac:chgData name="Jack Forden" userId="097e3a7e-cd5c-474a-95f0-a72dc440bf11" providerId="ADAL" clId="{E85425CB-93DB-4066-BCBC-2427ECDC7B55}" dt="2026-01-16T17:46:18.733" v="3231" actId="20577"/>
          <ac:spMkLst>
            <pc:docMk/>
            <pc:sldMk cId="1317832691" sldId="330"/>
            <ac:spMk id="2" creationId="{2499B1AB-75DA-7808-2726-2059DE151068}"/>
          </ac:spMkLst>
        </pc:spChg>
        <pc:spChg chg="mod">
          <ac:chgData name="Jack Forden" userId="097e3a7e-cd5c-474a-95f0-a72dc440bf11" providerId="ADAL" clId="{E85425CB-93DB-4066-BCBC-2427ECDC7B55}" dt="2026-01-16T17:53:01.172" v="3375" actId="20577"/>
          <ac:spMkLst>
            <pc:docMk/>
            <pc:sldMk cId="1317832691" sldId="330"/>
            <ac:spMk id="3" creationId="{8FE49C5B-9C3D-E330-9C0E-54752AF053AE}"/>
          </ac:spMkLst>
        </pc:spChg>
        <pc:picChg chg="add mod">
          <ac:chgData name="Jack Forden" userId="097e3a7e-cd5c-474a-95f0-a72dc440bf11" providerId="ADAL" clId="{E85425CB-93DB-4066-BCBC-2427ECDC7B55}" dt="2026-01-16T17:53:46.044" v="3377" actId="1076"/>
          <ac:picMkLst>
            <pc:docMk/>
            <pc:sldMk cId="1317832691" sldId="330"/>
            <ac:picMk id="5122" creationId="{0B8491AE-0E3D-15BB-3B7D-0A29F133AB55}"/>
          </ac:picMkLst>
        </pc:picChg>
        <pc:picChg chg="add mod">
          <ac:chgData name="Jack Forden" userId="097e3a7e-cd5c-474a-95f0-a72dc440bf11" providerId="ADAL" clId="{E85425CB-93DB-4066-BCBC-2427ECDC7B55}" dt="2026-01-16T17:54:06.999" v="3380" actId="1076"/>
          <ac:picMkLst>
            <pc:docMk/>
            <pc:sldMk cId="1317832691" sldId="330"/>
            <ac:picMk id="5124" creationId="{134FFCAC-2B43-1B11-0D37-A0C6CD936577}"/>
          </ac:picMkLst>
        </pc:picChg>
      </pc:sldChg>
      <pc:sldChg chg="modSp new mod">
        <pc:chgData name="Jack Forden" userId="097e3a7e-cd5c-474a-95f0-a72dc440bf11" providerId="ADAL" clId="{E85425CB-93DB-4066-BCBC-2427ECDC7B55}" dt="2026-01-16T17:56:32.246" v="3956" actId="20577"/>
        <pc:sldMkLst>
          <pc:docMk/>
          <pc:sldMk cId="421020355" sldId="331"/>
        </pc:sldMkLst>
        <pc:spChg chg="mod">
          <ac:chgData name="Jack Forden" userId="097e3a7e-cd5c-474a-95f0-a72dc440bf11" providerId="ADAL" clId="{E85425CB-93DB-4066-BCBC-2427ECDC7B55}" dt="2026-01-16T17:54:21.685" v="3401" actId="20577"/>
          <ac:spMkLst>
            <pc:docMk/>
            <pc:sldMk cId="421020355" sldId="331"/>
            <ac:spMk id="2" creationId="{04DB5607-E4DB-7271-F41F-DE6357EB9CF1}"/>
          </ac:spMkLst>
        </pc:spChg>
        <pc:spChg chg="mod">
          <ac:chgData name="Jack Forden" userId="097e3a7e-cd5c-474a-95f0-a72dc440bf11" providerId="ADAL" clId="{E85425CB-93DB-4066-BCBC-2427ECDC7B55}" dt="2026-01-16T17:56:32.246" v="3956" actId="20577"/>
          <ac:spMkLst>
            <pc:docMk/>
            <pc:sldMk cId="421020355" sldId="331"/>
            <ac:spMk id="3" creationId="{DD22851E-CFC6-DB3D-79DA-C86945E82080}"/>
          </ac:spMkLst>
        </pc:spChg>
      </pc:sldChg>
      <pc:sldChg chg="modSp new mod">
        <pc:chgData name="Jack Forden" userId="097e3a7e-cd5c-474a-95f0-a72dc440bf11" providerId="ADAL" clId="{E85425CB-93DB-4066-BCBC-2427ECDC7B55}" dt="2026-01-16T18:02:14.332" v="4566" actId="20577"/>
        <pc:sldMkLst>
          <pc:docMk/>
          <pc:sldMk cId="4197821554" sldId="332"/>
        </pc:sldMkLst>
        <pc:spChg chg="mod">
          <ac:chgData name="Jack Forden" userId="097e3a7e-cd5c-474a-95f0-a72dc440bf11" providerId="ADAL" clId="{E85425CB-93DB-4066-BCBC-2427ECDC7B55}" dt="2026-01-16T18:00:25.294" v="4138" actId="20577"/>
          <ac:spMkLst>
            <pc:docMk/>
            <pc:sldMk cId="4197821554" sldId="332"/>
            <ac:spMk id="2" creationId="{3C576729-BE80-5E72-3C8E-694BA1719758}"/>
          </ac:spMkLst>
        </pc:spChg>
        <pc:spChg chg="mod">
          <ac:chgData name="Jack Forden" userId="097e3a7e-cd5c-474a-95f0-a72dc440bf11" providerId="ADAL" clId="{E85425CB-93DB-4066-BCBC-2427ECDC7B55}" dt="2026-01-16T18:02:14.332" v="4566" actId="20577"/>
          <ac:spMkLst>
            <pc:docMk/>
            <pc:sldMk cId="4197821554" sldId="332"/>
            <ac:spMk id="3" creationId="{21525586-3E8F-0313-6277-E62414250405}"/>
          </ac:spMkLst>
        </pc:spChg>
      </pc:sldChg>
      <pc:sldChg chg="modSp new mod">
        <pc:chgData name="Jack Forden" userId="097e3a7e-cd5c-474a-95f0-a72dc440bf11" providerId="ADAL" clId="{E85425CB-93DB-4066-BCBC-2427ECDC7B55}" dt="2026-01-16T18:06:59.680" v="5141" actId="20577"/>
        <pc:sldMkLst>
          <pc:docMk/>
          <pc:sldMk cId="2285016366" sldId="333"/>
        </pc:sldMkLst>
        <pc:spChg chg="mod">
          <ac:chgData name="Jack Forden" userId="097e3a7e-cd5c-474a-95f0-a72dc440bf11" providerId="ADAL" clId="{E85425CB-93DB-4066-BCBC-2427ECDC7B55}" dt="2026-01-16T18:02:28.585" v="4587" actId="20577"/>
          <ac:spMkLst>
            <pc:docMk/>
            <pc:sldMk cId="2285016366" sldId="333"/>
            <ac:spMk id="2" creationId="{E55BC05E-E60F-D366-D45B-6698798C3FE4}"/>
          </ac:spMkLst>
        </pc:spChg>
        <pc:spChg chg="mod">
          <ac:chgData name="Jack Forden" userId="097e3a7e-cd5c-474a-95f0-a72dc440bf11" providerId="ADAL" clId="{E85425CB-93DB-4066-BCBC-2427ECDC7B55}" dt="2026-01-16T18:06:59.680" v="5141" actId="20577"/>
          <ac:spMkLst>
            <pc:docMk/>
            <pc:sldMk cId="2285016366" sldId="333"/>
            <ac:spMk id="3" creationId="{CBEEF845-2755-4468-46AE-7E920B9D5614}"/>
          </ac:spMkLst>
        </pc:spChg>
      </pc:sldChg>
      <pc:sldChg chg="modSp new mod modNotesTx">
        <pc:chgData name="Jack Forden" userId="097e3a7e-cd5c-474a-95f0-a72dc440bf11" providerId="ADAL" clId="{E85425CB-93DB-4066-BCBC-2427ECDC7B55}" dt="2026-01-16T18:34:25.530" v="6859" actId="20577"/>
        <pc:sldMkLst>
          <pc:docMk/>
          <pc:sldMk cId="3975747962" sldId="334"/>
        </pc:sldMkLst>
        <pc:spChg chg="mod">
          <ac:chgData name="Jack Forden" userId="097e3a7e-cd5c-474a-95f0-a72dc440bf11" providerId="ADAL" clId="{E85425CB-93DB-4066-BCBC-2427ECDC7B55}" dt="2026-01-16T18:08:48.131" v="5165" actId="20577"/>
          <ac:spMkLst>
            <pc:docMk/>
            <pc:sldMk cId="3975747962" sldId="334"/>
            <ac:spMk id="2" creationId="{B70BE644-46D2-0854-6304-53CBF183C6CD}"/>
          </ac:spMkLst>
        </pc:spChg>
        <pc:spChg chg="mod">
          <ac:chgData name="Jack Forden" userId="097e3a7e-cd5c-474a-95f0-a72dc440bf11" providerId="ADAL" clId="{E85425CB-93DB-4066-BCBC-2427ECDC7B55}" dt="2026-01-16T18:30:33.288" v="6553" actId="313"/>
          <ac:spMkLst>
            <pc:docMk/>
            <pc:sldMk cId="3975747962" sldId="334"/>
            <ac:spMk id="3" creationId="{5930080E-D9ED-228E-89CC-E9CA4A608668}"/>
          </ac:spMkLst>
        </pc:spChg>
      </pc:sldChg>
      <pc:sldChg chg="modSp new mod">
        <pc:chgData name="Jack Forden" userId="097e3a7e-cd5c-474a-95f0-a72dc440bf11" providerId="ADAL" clId="{E85425CB-93DB-4066-BCBC-2427ECDC7B55}" dt="2026-01-16T18:09:21.605" v="5194" actId="20577"/>
        <pc:sldMkLst>
          <pc:docMk/>
          <pc:sldMk cId="346397478" sldId="335"/>
        </pc:sldMkLst>
        <pc:spChg chg="mod">
          <ac:chgData name="Jack Forden" userId="097e3a7e-cd5c-474a-95f0-a72dc440bf11" providerId="ADAL" clId="{E85425CB-93DB-4066-BCBC-2427ECDC7B55}" dt="2026-01-16T18:09:21.605" v="5194" actId="20577"/>
          <ac:spMkLst>
            <pc:docMk/>
            <pc:sldMk cId="346397478" sldId="335"/>
            <ac:spMk id="2" creationId="{886C0394-0F9B-AEE4-887E-D72E5CE405CA}"/>
          </ac:spMkLst>
        </pc:spChg>
      </pc:sldChg>
      <pc:sldChg chg="modSp new mod">
        <pc:chgData name="Jack Forden" userId="097e3a7e-cd5c-474a-95f0-a72dc440bf11" providerId="ADAL" clId="{E85425CB-93DB-4066-BCBC-2427ECDC7B55}" dt="2026-01-16T18:09:32.169" v="5219" actId="20577"/>
        <pc:sldMkLst>
          <pc:docMk/>
          <pc:sldMk cId="2216802435" sldId="336"/>
        </pc:sldMkLst>
        <pc:spChg chg="mod">
          <ac:chgData name="Jack Forden" userId="097e3a7e-cd5c-474a-95f0-a72dc440bf11" providerId="ADAL" clId="{E85425CB-93DB-4066-BCBC-2427ECDC7B55}" dt="2026-01-16T18:09:32.169" v="5219" actId="20577"/>
          <ac:spMkLst>
            <pc:docMk/>
            <pc:sldMk cId="2216802435" sldId="336"/>
            <ac:spMk id="2" creationId="{D7EA6C2A-6E12-C28C-B4CB-5FB604A8B399}"/>
          </ac:spMkLst>
        </pc:spChg>
      </pc:sldChg>
      <pc:sldChg chg="modSp new mod">
        <pc:chgData name="Jack Forden" userId="097e3a7e-cd5c-474a-95f0-a72dc440bf11" providerId="ADAL" clId="{E85425CB-93DB-4066-BCBC-2427ECDC7B55}" dt="2026-01-16T18:21:20.605" v="5906" actId="20577"/>
        <pc:sldMkLst>
          <pc:docMk/>
          <pc:sldMk cId="2242341585" sldId="337"/>
        </pc:sldMkLst>
        <pc:spChg chg="mod">
          <ac:chgData name="Jack Forden" userId="097e3a7e-cd5c-474a-95f0-a72dc440bf11" providerId="ADAL" clId="{E85425CB-93DB-4066-BCBC-2427ECDC7B55}" dt="2026-01-16T18:13:42.909" v="5256" actId="20577"/>
          <ac:spMkLst>
            <pc:docMk/>
            <pc:sldMk cId="2242341585" sldId="337"/>
            <ac:spMk id="2" creationId="{D4EE68FD-E01B-F945-DC88-415040C9F1AD}"/>
          </ac:spMkLst>
        </pc:spChg>
        <pc:spChg chg="mod">
          <ac:chgData name="Jack Forden" userId="097e3a7e-cd5c-474a-95f0-a72dc440bf11" providerId="ADAL" clId="{E85425CB-93DB-4066-BCBC-2427ECDC7B55}" dt="2026-01-16T18:21:20.605" v="5906" actId="20577"/>
          <ac:spMkLst>
            <pc:docMk/>
            <pc:sldMk cId="2242341585" sldId="337"/>
            <ac:spMk id="3" creationId="{5390FFF5-AD7E-AC4F-F63A-CA930F9D97F0}"/>
          </ac:spMkLst>
        </pc:spChg>
      </pc:sldChg>
      <pc:sldChg chg="modSp new mod">
        <pc:chgData name="Jack Forden" userId="097e3a7e-cd5c-474a-95f0-a72dc440bf11" providerId="ADAL" clId="{E85425CB-93DB-4066-BCBC-2427ECDC7B55}" dt="2026-01-16T18:32:40.926" v="6858" actId="20577"/>
        <pc:sldMkLst>
          <pc:docMk/>
          <pc:sldMk cId="1854120152" sldId="338"/>
        </pc:sldMkLst>
        <pc:spChg chg="mod">
          <ac:chgData name="Jack Forden" userId="097e3a7e-cd5c-474a-95f0-a72dc440bf11" providerId="ADAL" clId="{E85425CB-93DB-4066-BCBC-2427ECDC7B55}" dt="2026-01-16T18:31:54.196" v="6794" actId="20577"/>
          <ac:spMkLst>
            <pc:docMk/>
            <pc:sldMk cId="1854120152" sldId="338"/>
            <ac:spMk id="2" creationId="{A642765B-F6AB-84DB-64C3-74CD4AEDE1FF}"/>
          </ac:spMkLst>
        </pc:spChg>
        <pc:spChg chg="mod">
          <ac:chgData name="Jack Forden" userId="097e3a7e-cd5c-474a-95f0-a72dc440bf11" providerId="ADAL" clId="{E85425CB-93DB-4066-BCBC-2427ECDC7B55}" dt="2026-01-16T18:32:40.926" v="6858" actId="20577"/>
          <ac:spMkLst>
            <pc:docMk/>
            <pc:sldMk cId="1854120152" sldId="338"/>
            <ac:spMk id="3" creationId="{96D97669-75AF-8D8D-7929-890F865D9D44}"/>
          </ac:spMkLst>
        </pc:spChg>
      </pc:sldChg>
      <pc:sldChg chg="modSp new mod">
        <pc:chgData name="Jack Forden" userId="097e3a7e-cd5c-474a-95f0-a72dc440bf11" providerId="ADAL" clId="{E85425CB-93DB-4066-BCBC-2427ECDC7B55}" dt="2026-01-16T18:58:06.486" v="8212" actId="20577"/>
        <pc:sldMkLst>
          <pc:docMk/>
          <pc:sldMk cId="3550227029" sldId="339"/>
        </pc:sldMkLst>
        <pc:spChg chg="mod">
          <ac:chgData name="Jack Forden" userId="097e3a7e-cd5c-474a-95f0-a72dc440bf11" providerId="ADAL" clId="{E85425CB-93DB-4066-BCBC-2427ECDC7B55}" dt="2026-01-16T18:53:58.087" v="7728" actId="20577"/>
          <ac:spMkLst>
            <pc:docMk/>
            <pc:sldMk cId="3550227029" sldId="339"/>
            <ac:spMk id="2" creationId="{2443E692-FE94-A783-52ED-3B92435855DF}"/>
          </ac:spMkLst>
        </pc:spChg>
        <pc:spChg chg="mod">
          <ac:chgData name="Jack Forden" userId="097e3a7e-cd5c-474a-95f0-a72dc440bf11" providerId="ADAL" clId="{E85425CB-93DB-4066-BCBC-2427ECDC7B55}" dt="2026-01-16T18:58:06.486" v="8212" actId="20577"/>
          <ac:spMkLst>
            <pc:docMk/>
            <pc:sldMk cId="3550227029" sldId="339"/>
            <ac:spMk id="3" creationId="{500F89A7-70E0-8976-0075-B611849E852A}"/>
          </ac:spMkLst>
        </pc:spChg>
      </pc:sldChg>
      <pc:sldChg chg="addSp delSp modSp new mod">
        <pc:chgData name="Jack Forden" userId="097e3a7e-cd5c-474a-95f0-a72dc440bf11" providerId="ADAL" clId="{E85425CB-93DB-4066-BCBC-2427ECDC7B55}" dt="2026-01-16T18:59:50.834" v="8444" actId="20577"/>
        <pc:sldMkLst>
          <pc:docMk/>
          <pc:sldMk cId="3790683590" sldId="340"/>
        </pc:sldMkLst>
        <pc:spChg chg="mod">
          <ac:chgData name="Jack Forden" userId="097e3a7e-cd5c-474a-95f0-a72dc440bf11" providerId="ADAL" clId="{E85425CB-93DB-4066-BCBC-2427ECDC7B55}" dt="2026-01-16T18:58:13.665" v="8214"/>
          <ac:spMkLst>
            <pc:docMk/>
            <pc:sldMk cId="3790683590" sldId="340"/>
            <ac:spMk id="2" creationId="{F24C06D3-E696-5EC4-FA03-C1AD91BA6966}"/>
          </ac:spMkLst>
        </pc:spChg>
        <pc:spChg chg="del mod">
          <ac:chgData name="Jack Forden" userId="097e3a7e-cd5c-474a-95f0-a72dc440bf11" providerId="ADAL" clId="{E85425CB-93DB-4066-BCBC-2427ECDC7B55}" dt="2026-01-16T18:59:31.663" v="8430" actId="26606"/>
          <ac:spMkLst>
            <pc:docMk/>
            <pc:sldMk cId="3790683590" sldId="340"/>
            <ac:spMk id="3" creationId="{5DCE24CF-D01B-AC55-E55E-2E5116C78D24}"/>
          </ac:spMkLst>
        </pc:spChg>
        <pc:graphicFrameChg chg="add mod modGraphic">
          <ac:chgData name="Jack Forden" userId="097e3a7e-cd5c-474a-95f0-a72dc440bf11" providerId="ADAL" clId="{E85425CB-93DB-4066-BCBC-2427ECDC7B55}" dt="2026-01-16T18:59:50.834" v="8444" actId="20577"/>
          <ac:graphicFrameMkLst>
            <pc:docMk/>
            <pc:sldMk cId="3790683590" sldId="340"/>
            <ac:graphicFrameMk id="5" creationId="{F4450E66-5951-C0A1-FF6C-DFBADA2D091F}"/>
          </ac:graphicFrameMkLst>
        </pc:graphicFrameChg>
      </pc:sldChg>
      <pc:sldChg chg="modSp new mod">
        <pc:chgData name="Jack Forden" userId="097e3a7e-cd5c-474a-95f0-a72dc440bf11" providerId="ADAL" clId="{E85425CB-93DB-4066-BCBC-2427ECDC7B55}" dt="2026-01-16T19:01:58.874" v="8615" actId="20577"/>
        <pc:sldMkLst>
          <pc:docMk/>
          <pc:sldMk cId="56949437" sldId="341"/>
        </pc:sldMkLst>
        <pc:spChg chg="mod">
          <ac:chgData name="Jack Forden" userId="097e3a7e-cd5c-474a-95f0-a72dc440bf11" providerId="ADAL" clId="{E85425CB-93DB-4066-BCBC-2427ECDC7B55}" dt="2026-01-16T19:00:25.650" v="8462" actId="20577"/>
          <ac:spMkLst>
            <pc:docMk/>
            <pc:sldMk cId="56949437" sldId="341"/>
            <ac:spMk id="2" creationId="{76750513-993F-D382-1079-00B2B6584900}"/>
          </ac:spMkLst>
        </pc:spChg>
        <pc:spChg chg="mod">
          <ac:chgData name="Jack Forden" userId="097e3a7e-cd5c-474a-95f0-a72dc440bf11" providerId="ADAL" clId="{E85425CB-93DB-4066-BCBC-2427ECDC7B55}" dt="2026-01-16T19:01:58.874" v="8615" actId="20577"/>
          <ac:spMkLst>
            <pc:docMk/>
            <pc:sldMk cId="56949437" sldId="341"/>
            <ac:spMk id="3" creationId="{E00DE9CA-A845-B25E-6B5E-8BE0490660E8}"/>
          </ac:spMkLst>
        </pc:spChg>
      </pc:sldChg>
      <pc:sldChg chg="addSp modSp new mod modNotesTx">
        <pc:chgData name="Jack Forden" userId="097e3a7e-cd5c-474a-95f0-a72dc440bf11" providerId="ADAL" clId="{E85425CB-93DB-4066-BCBC-2427ECDC7B55}" dt="2026-01-16T19:06:50.175" v="8954" actId="20577"/>
        <pc:sldMkLst>
          <pc:docMk/>
          <pc:sldMk cId="2369987459" sldId="342"/>
        </pc:sldMkLst>
        <pc:spChg chg="mod">
          <ac:chgData name="Jack Forden" userId="097e3a7e-cd5c-474a-95f0-a72dc440bf11" providerId="ADAL" clId="{E85425CB-93DB-4066-BCBC-2427ECDC7B55}" dt="2026-01-16T19:02:25.078" v="8648" actId="20577"/>
          <ac:spMkLst>
            <pc:docMk/>
            <pc:sldMk cId="2369987459" sldId="342"/>
            <ac:spMk id="2" creationId="{00B3CAF2-699D-4FA7-C37A-03B940444D59}"/>
          </ac:spMkLst>
        </pc:spChg>
        <pc:spChg chg="mod">
          <ac:chgData name="Jack Forden" userId="097e3a7e-cd5c-474a-95f0-a72dc440bf11" providerId="ADAL" clId="{E85425CB-93DB-4066-BCBC-2427ECDC7B55}" dt="2026-01-16T19:06:15.919" v="8951" actId="15"/>
          <ac:spMkLst>
            <pc:docMk/>
            <pc:sldMk cId="2369987459" sldId="342"/>
            <ac:spMk id="3" creationId="{5B20FC73-8C52-4C76-922D-DDC975931780}"/>
          </ac:spMkLst>
        </pc:spChg>
        <pc:spChg chg="add">
          <ac:chgData name="Jack Forden" userId="097e3a7e-cd5c-474a-95f0-a72dc440bf11" providerId="ADAL" clId="{E85425CB-93DB-4066-BCBC-2427ECDC7B55}" dt="2026-01-16T19:05:33.934" v="8940"/>
          <ac:spMkLst>
            <pc:docMk/>
            <pc:sldMk cId="2369987459" sldId="342"/>
            <ac:spMk id="4" creationId="{7A505A50-7D54-9DB5-D27A-C935A513EF4A}"/>
          </ac:spMkLst>
        </pc:spChg>
      </pc:sldChg>
      <pc:sldChg chg="addSp delSp modSp new mod setBg modNotesTx">
        <pc:chgData name="Jack Forden" userId="097e3a7e-cd5c-474a-95f0-a72dc440bf11" providerId="ADAL" clId="{E85425CB-93DB-4066-BCBC-2427ECDC7B55}" dt="2026-01-16T19:13:34.922" v="9042" actId="26606"/>
        <pc:sldMkLst>
          <pc:docMk/>
          <pc:sldMk cId="630293311" sldId="343"/>
        </pc:sldMkLst>
        <pc:spChg chg="mod">
          <ac:chgData name="Jack Forden" userId="097e3a7e-cd5c-474a-95f0-a72dc440bf11" providerId="ADAL" clId="{E85425CB-93DB-4066-BCBC-2427ECDC7B55}" dt="2026-01-16T19:13:34.922" v="9042" actId="26606"/>
          <ac:spMkLst>
            <pc:docMk/>
            <pc:sldMk cId="630293311" sldId="343"/>
            <ac:spMk id="2" creationId="{711FB473-EDF1-3E05-7A1E-C9EA577AFEB2}"/>
          </ac:spMkLst>
        </pc:spChg>
        <pc:spChg chg="del mod">
          <ac:chgData name="Jack Forden" userId="097e3a7e-cd5c-474a-95f0-a72dc440bf11" providerId="ADAL" clId="{E85425CB-93DB-4066-BCBC-2427ECDC7B55}" dt="2026-01-16T19:10:56.358" v="9034" actId="26606"/>
          <ac:spMkLst>
            <pc:docMk/>
            <pc:sldMk cId="630293311" sldId="343"/>
            <ac:spMk id="3" creationId="{8942E7CE-9B30-8B0B-2970-D6EAE27EA919}"/>
          </ac:spMkLst>
        </pc:spChg>
        <pc:spChg chg="add del">
          <ac:chgData name="Jack Forden" userId="097e3a7e-cd5c-474a-95f0-a72dc440bf11" providerId="ADAL" clId="{E85425CB-93DB-4066-BCBC-2427ECDC7B55}" dt="2026-01-16T19:13:34.922" v="9042" actId="26606"/>
          <ac:spMkLst>
            <pc:docMk/>
            <pc:sldMk cId="630293311" sldId="343"/>
            <ac:spMk id="9" creationId="{A6B16355-27FB-445B-B646-02AB73637459}"/>
          </ac:spMkLst>
        </pc:spChg>
        <pc:spChg chg="add del">
          <ac:chgData name="Jack Forden" userId="097e3a7e-cd5c-474a-95f0-a72dc440bf11" providerId="ADAL" clId="{E85425CB-93DB-4066-BCBC-2427ECDC7B55}" dt="2026-01-16T19:13:34.922" v="9042" actId="26606"/>
          <ac:spMkLst>
            <pc:docMk/>
            <pc:sldMk cId="630293311" sldId="343"/>
            <ac:spMk id="13" creationId="{6B3BF2E5-C3AB-441F-A430-491119C56D26}"/>
          </ac:spMkLst>
        </pc:spChg>
        <pc:spChg chg="add del">
          <ac:chgData name="Jack Forden" userId="097e3a7e-cd5c-474a-95f0-a72dc440bf11" providerId="ADAL" clId="{E85425CB-93DB-4066-BCBC-2427ECDC7B55}" dt="2026-01-16T19:13:34.922" v="9042" actId="26606"/>
          <ac:spMkLst>
            <pc:docMk/>
            <pc:sldMk cId="630293311" sldId="343"/>
            <ac:spMk id="15" creationId="{DD07C90B-B81A-473B-8919-CA924E61FFCF}"/>
          </ac:spMkLst>
        </pc:spChg>
        <pc:spChg chg="add del">
          <ac:chgData name="Jack Forden" userId="097e3a7e-cd5c-474a-95f0-a72dc440bf11" providerId="ADAL" clId="{E85425CB-93DB-4066-BCBC-2427ECDC7B55}" dt="2026-01-16T19:13:34.880" v="9041" actId="26606"/>
          <ac:spMkLst>
            <pc:docMk/>
            <pc:sldMk cId="630293311" sldId="343"/>
            <ac:spMk id="7175" creationId="{52ABB703-2B0E-4C3B-B4A2-F3973548E561}"/>
          </ac:spMkLst>
        </pc:spChg>
        <pc:spChg chg="add del">
          <ac:chgData name="Jack Forden" userId="097e3a7e-cd5c-474a-95f0-a72dc440bf11" providerId="ADAL" clId="{E85425CB-93DB-4066-BCBC-2427ECDC7B55}" dt="2026-01-16T19:13:34.880" v="9041" actId="26606"/>
          <ac:spMkLst>
            <pc:docMk/>
            <pc:sldMk cId="630293311" sldId="343"/>
            <ac:spMk id="7179" creationId="{E95DA498-D9A2-4DA9-B9DA-B3776E08CF7E}"/>
          </ac:spMkLst>
        </pc:spChg>
        <pc:spChg chg="add del">
          <ac:chgData name="Jack Forden" userId="097e3a7e-cd5c-474a-95f0-a72dc440bf11" providerId="ADAL" clId="{E85425CB-93DB-4066-BCBC-2427ECDC7B55}" dt="2026-01-16T19:13:34.880" v="9041" actId="26606"/>
          <ac:spMkLst>
            <pc:docMk/>
            <pc:sldMk cId="630293311" sldId="343"/>
            <ac:spMk id="7181" creationId="{82A73093-4B9D-420D-B17E-52293703A1D4}"/>
          </ac:spMkLst>
        </pc:spChg>
        <pc:spChg chg="add">
          <ac:chgData name="Jack Forden" userId="097e3a7e-cd5c-474a-95f0-a72dc440bf11" providerId="ADAL" clId="{E85425CB-93DB-4066-BCBC-2427ECDC7B55}" dt="2026-01-16T19:13:34.922" v="9042" actId="26606"/>
          <ac:spMkLst>
            <pc:docMk/>
            <pc:sldMk cId="630293311" sldId="343"/>
            <ac:spMk id="7183" creationId="{52ABB703-2B0E-4C3B-B4A2-F3973548E561}"/>
          </ac:spMkLst>
        </pc:spChg>
        <pc:spChg chg="add">
          <ac:chgData name="Jack Forden" userId="097e3a7e-cd5c-474a-95f0-a72dc440bf11" providerId="ADAL" clId="{E85425CB-93DB-4066-BCBC-2427ECDC7B55}" dt="2026-01-16T19:13:34.922" v="9042" actId="26606"/>
          <ac:spMkLst>
            <pc:docMk/>
            <pc:sldMk cId="630293311" sldId="343"/>
            <ac:spMk id="7185" creationId="{E95DA498-D9A2-4DA9-B9DA-B3776E08CF7E}"/>
          </ac:spMkLst>
        </pc:spChg>
        <pc:spChg chg="add">
          <ac:chgData name="Jack Forden" userId="097e3a7e-cd5c-474a-95f0-a72dc440bf11" providerId="ADAL" clId="{E85425CB-93DB-4066-BCBC-2427ECDC7B55}" dt="2026-01-16T19:13:34.922" v="9042" actId="26606"/>
          <ac:spMkLst>
            <pc:docMk/>
            <pc:sldMk cId="630293311" sldId="343"/>
            <ac:spMk id="7186" creationId="{82A73093-4B9D-420D-B17E-52293703A1D4}"/>
          </ac:spMkLst>
        </pc:spChg>
        <pc:graphicFrameChg chg="add mod ord modGraphic">
          <ac:chgData name="Jack Forden" userId="097e3a7e-cd5c-474a-95f0-a72dc440bf11" providerId="ADAL" clId="{E85425CB-93DB-4066-BCBC-2427ECDC7B55}" dt="2026-01-16T19:13:34.922" v="9042" actId="26606"/>
          <ac:graphicFrameMkLst>
            <pc:docMk/>
            <pc:sldMk cId="630293311" sldId="343"/>
            <ac:graphicFrameMk id="5" creationId="{2387C008-F49D-F895-EF83-1B00B7C5A7DA}"/>
          </ac:graphicFrameMkLst>
        </pc:graphicFrameChg>
        <pc:picChg chg="add mod">
          <ac:chgData name="Jack Forden" userId="097e3a7e-cd5c-474a-95f0-a72dc440bf11" providerId="ADAL" clId="{E85425CB-93DB-4066-BCBC-2427ECDC7B55}" dt="2026-01-16T19:13:34.922" v="9042" actId="26606"/>
          <ac:picMkLst>
            <pc:docMk/>
            <pc:sldMk cId="630293311" sldId="343"/>
            <ac:picMk id="7170" creationId="{660A317C-13EA-9703-5999-E582CE813631}"/>
          </ac:picMkLst>
        </pc:picChg>
        <pc:cxnChg chg="add">
          <ac:chgData name="Jack Forden" userId="097e3a7e-cd5c-474a-95f0-a72dc440bf11" providerId="ADAL" clId="{E85425CB-93DB-4066-BCBC-2427ECDC7B55}" dt="2026-01-16T19:10:56.358" v="9034" actId="26606"/>
          <ac:cxnSpMkLst>
            <pc:docMk/>
            <pc:sldMk cId="630293311" sldId="343"/>
            <ac:cxnSpMk id="11" creationId="{06DA680F-F6AC-453E-A8BF-C5BDED2851DE}"/>
          </ac:cxnSpMkLst>
        </pc:cxnChg>
        <pc:cxnChg chg="add del">
          <ac:chgData name="Jack Forden" userId="097e3a7e-cd5c-474a-95f0-a72dc440bf11" providerId="ADAL" clId="{E85425CB-93DB-4066-BCBC-2427ECDC7B55}" dt="2026-01-16T19:13:34.880" v="9041" actId="26606"/>
          <ac:cxnSpMkLst>
            <pc:docMk/>
            <pc:sldMk cId="630293311" sldId="343"/>
            <ac:cxnSpMk id="7177" creationId="{9C21570E-E159-49A6-9891-FA397B7A92D3}"/>
          </ac:cxnSpMkLst>
        </pc:cxnChg>
        <pc:cxnChg chg="add">
          <ac:chgData name="Jack Forden" userId="097e3a7e-cd5c-474a-95f0-a72dc440bf11" providerId="ADAL" clId="{E85425CB-93DB-4066-BCBC-2427ECDC7B55}" dt="2026-01-16T19:13:34.922" v="9042" actId="26606"/>
          <ac:cxnSpMkLst>
            <pc:docMk/>
            <pc:sldMk cId="630293311" sldId="343"/>
            <ac:cxnSpMk id="7184" creationId="{9C21570E-E159-49A6-9891-FA397B7A92D3}"/>
          </ac:cxnSpMkLst>
        </pc:cxnChg>
      </pc:sldChg>
      <pc:sldChg chg="modSp new mod">
        <pc:chgData name="Jack Forden" userId="097e3a7e-cd5c-474a-95f0-a72dc440bf11" providerId="ADAL" clId="{E85425CB-93DB-4066-BCBC-2427ECDC7B55}" dt="2026-01-16T19:18:26.943" v="9358" actId="20577"/>
        <pc:sldMkLst>
          <pc:docMk/>
          <pc:sldMk cId="2224366362" sldId="344"/>
        </pc:sldMkLst>
        <pc:spChg chg="mod">
          <ac:chgData name="Jack Forden" userId="097e3a7e-cd5c-474a-95f0-a72dc440bf11" providerId="ADAL" clId="{E85425CB-93DB-4066-BCBC-2427ECDC7B55}" dt="2026-01-16T19:17:00.681" v="9044"/>
          <ac:spMkLst>
            <pc:docMk/>
            <pc:sldMk cId="2224366362" sldId="344"/>
            <ac:spMk id="2" creationId="{1010AC16-C99D-D696-0EBD-002B11156656}"/>
          </ac:spMkLst>
        </pc:spChg>
        <pc:spChg chg="mod">
          <ac:chgData name="Jack Forden" userId="097e3a7e-cd5c-474a-95f0-a72dc440bf11" providerId="ADAL" clId="{E85425CB-93DB-4066-BCBC-2427ECDC7B55}" dt="2026-01-16T19:18:26.943" v="9358" actId="20577"/>
          <ac:spMkLst>
            <pc:docMk/>
            <pc:sldMk cId="2224366362" sldId="344"/>
            <ac:spMk id="3" creationId="{87EFE41F-21E2-D0C2-4C28-1FC6C0D98437}"/>
          </ac:spMkLst>
        </pc:spChg>
      </pc:sldChg>
      <pc:sldChg chg="modSp new del mod">
        <pc:chgData name="Jack Forden" userId="097e3a7e-cd5c-474a-95f0-a72dc440bf11" providerId="ADAL" clId="{E85425CB-93DB-4066-BCBC-2427ECDC7B55}" dt="2026-01-16T19:25:51.767" v="9451" actId="47"/>
        <pc:sldMkLst>
          <pc:docMk/>
          <pc:sldMk cId="1866900909" sldId="345"/>
        </pc:sldMkLst>
        <pc:spChg chg="mod">
          <ac:chgData name="Jack Forden" userId="097e3a7e-cd5c-474a-95f0-a72dc440bf11" providerId="ADAL" clId="{E85425CB-93DB-4066-BCBC-2427ECDC7B55}" dt="2026-01-16T19:20:00.562" v="9386" actId="20577"/>
          <ac:spMkLst>
            <pc:docMk/>
            <pc:sldMk cId="1866900909" sldId="345"/>
            <ac:spMk id="2" creationId="{FBE418CA-3EDE-0CBE-D0C6-8C7CCADA7F93}"/>
          </ac:spMkLst>
        </pc:spChg>
        <pc:spChg chg="mod">
          <ac:chgData name="Jack Forden" userId="097e3a7e-cd5c-474a-95f0-a72dc440bf11" providerId="ADAL" clId="{E85425CB-93DB-4066-BCBC-2427ECDC7B55}" dt="2026-01-16T19:25:50.204" v="9450" actId="6549"/>
          <ac:spMkLst>
            <pc:docMk/>
            <pc:sldMk cId="1866900909" sldId="345"/>
            <ac:spMk id="3" creationId="{2B24E496-E3A8-2270-D802-B662C2189B37}"/>
          </ac:spMkLst>
        </pc:spChg>
      </pc:sldChg>
      <pc:sldMasterChg chg="del addSldLayout delSldLayout">
        <pc:chgData name="Jack Forden" userId="097e3a7e-cd5c-474a-95f0-a72dc440bf11" providerId="ADAL" clId="{E85425CB-93DB-4066-BCBC-2427ECDC7B55}" dt="2026-01-16T17:01:34.239" v="4" actId="47"/>
        <pc:sldMasterMkLst>
          <pc:docMk/>
          <pc:sldMasterMk cId="4024742744" sldId="2147483648"/>
        </pc:sldMasterMkLst>
        <pc:sldLayoutChg chg="add del">
          <pc:chgData name="Jack Forden" userId="097e3a7e-cd5c-474a-95f0-a72dc440bf11" providerId="ADAL" clId="{E85425CB-93DB-4066-BCBC-2427ECDC7B55}" dt="2026-01-16T17:01:34.239" v="4" actId="47"/>
          <pc:sldLayoutMkLst>
            <pc:docMk/>
            <pc:sldMasterMk cId="4024742744" sldId="2147483648"/>
            <pc:sldLayoutMk cId="3752165827" sldId="2147483649"/>
          </pc:sldLayoutMkLst>
        </pc:sldLayoutChg>
      </pc:sldMasterChg>
    </pc:docChg>
  </pc:docChgLst>
</pc:chgInfo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6AAB02-4DBD-47BD-AB65-9977E3FF23BD}" type="doc">
      <dgm:prSet loTypeId="urn:microsoft.com/office/officeart/2005/8/layout/process4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D2323AA-113C-4B59-A7CF-172AA7928824}">
      <dgm:prSet/>
      <dgm:spPr/>
      <dgm:t>
        <a:bodyPr/>
        <a:lstStyle/>
        <a:p>
          <a:r>
            <a:rPr lang="en-US"/>
            <a:t>If RSI &lt; 30 BUY</a:t>
          </a:r>
        </a:p>
      </dgm:t>
    </dgm:pt>
    <dgm:pt modelId="{2148FBA0-9972-4839-9ED4-16340ADDF6F4}" type="parTrans" cxnId="{9FCADA3E-C1B1-42B2-A1D8-B2DB5938200C}">
      <dgm:prSet/>
      <dgm:spPr/>
      <dgm:t>
        <a:bodyPr/>
        <a:lstStyle/>
        <a:p>
          <a:endParaRPr lang="en-US"/>
        </a:p>
      </dgm:t>
    </dgm:pt>
    <dgm:pt modelId="{7DAFC490-256A-454B-AC47-6A47406B4B12}" type="sibTrans" cxnId="{9FCADA3E-C1B1-42B2-A1D8-B2DB5938200C}">
      <dgm:prSet/>
      <dgm:spPr/>
      <dgm:t>
        <a:bodyPr/>
        <a:lstStyle/>
        <a:p>
          <a:endParaRPr lang="en-US"/>
        </a:p>
      </dgm:t>
    </dgm:pt>
    <dgm:pt modelId="{BB34F7CD-B700-4006-AB81-E70D8A4BFFC2}">
      <dgm:prSet/>
      <dgm:spPr/>
      <dgm:t>
        <a:bodyPr/>
        <a:lstStyle/>
        <a:p>
          <a:r>
            <a:rPr lang="en-US"/>
            <a:t>This is incomplete</a:t>
          </a:r>
        </a:p>
      </dgm:t>
    </dgm:pt>
    <dgm:pt modelId="{DD97E55B-E590-4782-8C86-FA1B6C27BAF9}" type="parTrans" cxnId="{CED34096-AEAE-4D90-9CBE-CE18E5301353}">
      <dgm:prSet/>
      <dgm:spPr/>
      <dgm:t>
        <a:bodyPr/>
        <a:lstStyle/>
        <a:p>
          <a:endParaRPr lang="en-US"/>
        </a:p>
      </dgm:t>
    </dgm:pt>
    <dgm:pt modelId="{923F436C-AADF-4321-A846-749CD07993AF}" type="sibTrans" cxnId="{CED34096-AEAE-4D90-9CBE-CE18E5301353}">
      <dgm:prSet/>
      <dgm:spPr/>
      <dgm:t>
        <a:bodyPr/>
        <a:lstStyle/>
        <a:p>
          <a:endParaRPr lang="en-US"/>
        </a:p>
      </dgm:t>
    </dgm:pt>
    <dgm:pt modelId="{4E6A6BCA-A087-4C82-B52E-ECEEE142E177}">
      <dgm:prSet/>
      <dgm:spPr/>
      <dgm:t>
        <a:bodyPr/>
        <a:lstStyle/>
        <a:p>
          <a:r>
            <a:rPr lang="en-US"/>
            <a:t>Missing context</a:t>
          </a:r>
        </a:p>
      </dgm:t>
    </dgm:pt>
    <dgm:pt modelId="{2D11EB97-E08B-4090-B766-2CEC7917A776}" type="parTrans" cxnId="{2A943DF0-6527-49FC-9C74-1EA60E41D17A}">
      <dgm:prSet/>
      <dgm:spPr/>
      <dgm:t>
        <a:bodyPr/>
        <a:lstStyle/>
        <a:p>
          <a:endParaRPr lang="en-US"/>
        </a:p>
      </dgm:t>
    </dgm:pt>
    <dgm:pt modelId="{A8BCA701-2205-41B5-9778-FB027EB529BD}" type="sibTrans" cxnId="{2A943DF0-6527-49FC-9C74-1EA60E41D17A}">
      <dgm:prSet/>
      <dgm:spPr/>
      <dgm:t>
        <a:bodyPr/>
        <a:lstStyle/>
        <a:p>
          <a:endParaRPr lang="en-US"/>
        </a:p>
      </dgm:t>
    </dgm:pt>
    <dgm:pt modelId="{5F8DFFA7-85C3-421B-A292-E744F43D2580}">
      <dgm:prSet/>
      <dgm:spPr/>
      <dgm:t>
        <a:bodyPr/>
        <a:lstStyle/>
        <a:p>
          <a:r>
            <a:rPr lang="en-US"/>
            <a:t>How much do I buy?</a:t>
          </a:r>
        </a:p>
      </dgm:t>
    </dgm:pt>
    <dgm:pt modelId="{DDE446A2-5CE3-49A7-9E7D-F4185EB9DEDC}" type="parTrans" cxnId="{F79CFF2C-0E59-42C7-AEBD-213D8CA88DA1}">
      <dgm:prSet/>
      <dgm:spPr/>
      <dgm:t>
        <a:bodyPr/>
        <a:lstStyle/>
        <a:p>
          <a:endParaRPr lang="en-US"/>
        </a:p>
      </dgm:t>
    </dgm:pt>
    <dgm:pt modelId="{7F243EE5-FFD5-49AA-AD45-95BF75AB428C}" type="sibTrans" cxnId="{F79CFF2C-0E59-42C7-AEBD-213D8CA88DA1}">
      <dgm:prSet/>
      <dgm:spPr/>
      <dgm:t>
        <a:bodyPr/>
        <a:lstStyle/>
        <a:p>
          <a:endParaRPr lang="en-US"/>
        </a:p>
      </dgm:t>
    </dgm:pt>
    <dgm:pt modelId="{1ADFCA80-F643-40A7-BD1A-85BA0568ED12}">
      <dgm:prSet/>
      <dgm:spPr/>
      <dgm:t>
        <a:bodyPr/>
        <a:lstStyle/>
        <a:p>
          <a:r>
            <a:rPr lang="en-US"/>
            <a:t>Do I even have money left?</a:t>
          </a:r>
        </a:p>
      </dgm:t>
    </dgm:pt>
    <dgm:pt modelId="{2D8CE8BF-CC7E-41E5-A6C1-25E8C2EC353F}" type="parTrans" cxnId="{FEC51B82-080A-468D-9010-C27940E6F03D}">
      <dgm:prSet/>
      <dgm:spPr/>
      <dgm:t>
        <a:bodyPr/>
        <a:lstStyle/>
        <a:p>
          <a:endParaRPr lang="en-US"/>
        </a:p>
      </dgm:t>
    </dgm:pt>
    <dgm:pt modelId="{FEE98D82-0A11-42BD-8704-BFC32DC607CC}" type="sibTrans" cxnId="{FEC51B82-080A-468D-9010-C27940E6F03D}">
      <dgm:prSet/>
      <dgm:spPr/>
      <dgm:t>
        <a:bodyPr/>
        <a:lstStyle/>
        <a:p>
          <a:endParaRPr lang="en-US"/>
        </a:p>
      </dgm:t>
    </dgm:pt>
    <dgm:pt modelId="{B6A12050-FD41-4056-897F-934043973CB8}">
      <dgm:prSet/>
      <dgm:spPr/>
      <dgm:t>
        <a:bodyPr/>
        <a:lstStyle/>
        <a:p>
          <a:r>
            <a:rPr lang="en-US"/>
            <a:t>What is my risk tolerance?</a:t>
          </a:r>
        </a:p>
      </dgm:t>
    </dgm:pt>
    <dgm:pt modelId="{A41FE1AD-04CB-47A0-8FBD-D85BF4F74A9F}" type="parTrans" cxnId="{659F1FD2-1326-4234-9B28-F1EC115066BF}">
      <dgm:prSet/>
      <dgm:spPr/>
      <dgm:t>
        <a:bodyPr/>
        <a:lstStyle/>
        <a:p>
          <a:endParaRPr lang="en-US"/>
        </a:p>
      </dgm:t>
    </dgm:pt>
    <dgm:pt modelId="{A801D93E-DD9C-4DF7-8CB0-A056C1D6734A}" type="sibTrans" cxnId="{659F1FD2-1326-4234-9B28-F1EC115066BF}">
      <dgm:prSet/>
      <dgm:spPr/>
      <dgm:t>
        <a:bodyPr/>
        <a:lstStyle/>
        <a:p>
          <a:endParaRPr lang="en-US"/>
        </a:p>
      </dgm:t>
    </dgm:pt>
    <dgm:pt modelId="{C12FB851-C997-4DD3-8BB7-C0B686C39592}">
      <dgm:prSet/>
      <dgm:spPr/>
      <dgm:t>
        <a:bodyPr/>
        <a:lstStyle/>
        <a:p>
          <a:r>
            <a:rPr lang="en-US"/>
            <a:t>What if I </a:t>
          </a:r>
          <a:r>
            <a:rPr lang="en-US" b="1"/>
            <a:t>already</a:t>
          </a:r>
          <a:r>
            <a:rPr lang="en-US"/>
            <a:t> own this stock?</a:t>
          </a:r>
        </a:p>
      </dgm:t>
    </dgm:pt>
    <dgm:pt modelId="{769F9E86-7DC7-4F06-B3EE-87E315FFC32C}" type="parTrans" cxnId="{B952D3BB-BF27-422B-977A-AF8D2874D993}">
      <dgm:prSet/>
      <dgm:spPr/>
      <dgm:t>
        <a:bodyPr/>
        <a:lstStyle/>
        <a:p>
          <a:endParaRPr lang="en-US"/>
        </a:p>
      </dgm:t>
    </dgm:pt>
    <dgm:pt modelId="{F0BBCD5D-F508-48B2-822D-33152B43F75E}" type="sibTrans" cxnId="{B952D3BB-BF27-422B-977A-AF8D2874D993}">
      <dgm:prSet/>
      <dgm:spPr/>
      <dgm:t>
        <a:bodyPr/>
        <a:lstStyle/>
        <a:p>
          <a:endParaRPr lang="en-US"/>
        </a:p>
      </dgm:t>
    </dgm:pt>
    <dgm:pt modelId="{12D4EC1E-1D46-4406-B812-30E4A7C7EFF3}">
      <dgm:prSet/>
      <dgm:spPr/>
      <dgm:t>
        <a:bodyPr/>
        <a:lstStyle/>
        <a:p>
          <a:r>
            <a:rPr lang="en-US" dirty="0"/>
            <a:t>What price is a </a:t>
          </a:r>
          <a:r>
            <a:rPr lang="en-US" i="1" dirty="0"/>
            <a:t>good deal?</a:t>
          </a:r>
          <a:endParaRPr lang="en-US" dirty="0"/>
        </a:p>
      </dgm:t>
    </dgm:pt>
    <dgm:pt modelId="{1254738E-E426-4AE1-84C4-18F275010DB6}" type="parTrans" cxnId="{EF336967-EA09-4005-BA52-2C881C56C0F6}">
      <dgm:prSet/>
      <dgm:spPr/>
      <dgm:t>
        <a:bodyPr/>
        <a:lstStyle/>
        <a:p>
          <a:endParaRPr lang="en-US"/>
        </a:p>
      </dgm:t>
    </dgm:pt>
    <dgm:pt modelId="{3E1618BF-8DF5-4252-AE69-F1D9F2FF9C1F}" type="sibTrans" cxnId="{EF336967-EA09-4005-BA52-2C881C56C0F6}">
      <dgm:prSet/>
      <dgm:spPr/>
      <dgm:t>
        <a:bodyPr/>
        <a:lstStyle/>
        <a:p>
          <a:endParaRPr lang="en-US"/>
        </a:p>
      </dgm:t>
    </dgm:pt>
    <dgm:pt modelId="{C04322F0-9C0F-48A6-B0F6-82D6EC2623F6}" type="pres">
      <dgm:prSet presAssocID="{DD6AAB02-4DBD-47BD-AB65-9977E3FF23BD}" presName="Name0" presStyleCnt="0">
        <dgm:presLayoutVars>
          <dgm:dir/>
          <dgm:animLvl val="lvl"/>
          <dgm:resizeHandles val="exact"/>
        </dgm:presLayoutVars>
      </dgm:prSet>
      <dgm:spPr/>
    </dgm:pt>
    <dgm:pt modelId="{F1AD3077-64AA-4FF3-BECD-14879618D872}" type="pres">
      <dgm:prSet presAssocID="{4E6A6BCA-A087-4C82-B52E-ECEEE142E177}" presName="boxAndChildren" presStyleCnt="0"/>
      <dgm:spPr/>
    </dgm:pt>
    <dgm:pt modelId="{EE3770CA-C890-4D85-93DF-697DBB0F7A35}" type="pres">
      <dgm:prSet presAssocID="{4E6A6BCA-A087-4C82-B52E-ECEEE142E177}" presName="parentTextBox" presStyleLbl="node1" presStyleIdx="0" presStyleCnt="2"/>
      <dgm:spPr/>
    </dgm:pt>
    <dgm:pt modelId="{A80ADB0D-66C2-40C3-BB0E-11969A05D850}" type="pres">
      <dgm:prSet presAssocID="{4E6A6BCA-A087-4C82-B52E-ECEEE142E177}" presName="entireBox" presStyleLbl="node1" presStyleIdx="0" presStyleCnt="2"/>
      <dgm:spPr/>
    </dgm:pt>
    <dgm:pt modelId="{8F1FFA2B-04FA-46D9-9A84-8A0B5C850704}" type="pres">
      <dgm:prSet presAssocID="{4E6A6BCA-A087-4C82-B52E-ECEEE142E177}" presName="descendantBox" presStyleCnt="0"/>
      <dgm:spPr/>
    </dgm:pt>
    <dgm:pt modelId="{925D8BFD-5EFC-468B-ACAF-86F827085289}" type="pres">
      <dgm:prSet presAssocID="{5F8DFFA7-85C3-421B-A292-E744F43D2580}" presName="childTextBox" presStyleLbl="fgAccFollowNode1" presStyleIdx="0" presStyleCnt="6">
        <dgm:presLayoutVars>
          <dgm:bulletEnabled val="1"/>
        </dgm:presLayoutVars>
      </dgm:prSet>
      <dgm:spPr/>
    </dgm:pt>
    <dgm:pt modelId="{C62A0E5C-983F-48C5-88B7-0AF500DA5421}" type="pres">
      <dgm:prSet presAssocID="{1ADFCA80-F643-40A7-BD1A-85BA0568ED12}" presName="childTextBox" presStyleLbl="fgAccFollowNode1" presStyleIdx="1" presStyleCnt="6">
        <dgm:presLayoutVars>
          <dgm:bulletEnabled val="1"/>
        </dgm:presLayoutVars>
      </dgm:prSet>
      <dgm:spPr/>
    </dgm:pt>
    <dgm:pt modelId="{C8EEC3E3-BCFD-41F9-A8A8-2D74BD5FF9E2}" type="pres">
      <dgm:prSet presAssocID="{B6A12050-FD41-4056-897F-934043973CB8}" presName="childTextBox" presStyleLbl="fgAccFollowNode1" presStyleIdx="2" presStyleCnt="6">
        <dgm:presLayoutVars>
          <dgm:bulletEnabled val="1"/>
        </dgm:presLayoutVars>
      </dgm:prSet>
      <dgm:spPr/>
    </dgm:pt>
    <dgm:pt modelId="{1722C2F0-2FB5-4AA1-BCE7-4E310B7EB223}" type="pres">
      <dgm:prSet presAssocID="{C12FB851-C997-4DD3-8BB7-C0B686C39592}" presName="childTextBox" presStyleLbl="fgAccFollowNode1" presStyleIdx="3" presStyleCnt="6">
        <dgm:presLayoutVars>
          <dgm:bulletEnabled val="1"/>
        </dgm:presLayoutVars>
      </dgm:prSet>
      <dgm:spPr/>
    </dgm:pt>
    <dgm:pt modelId="{D9357599-9D31-49D7-B979-A7C23F8EB23A}" type="pres">
      <dgm:prSet presAssocID="{12D4EC1E-1D46-4406-B812-30E4A7C7EFF3}" presName="childTextBox" presStyleLbl="fgAccFollowNode1" presStyleIdx="4" presStyleCnt="6">
        <dgm:presLayoutVars>
          <dgm:bulletEnabled val="1"/>
        </dgm:presLayoutVars>
      </dgm:prSet>
      <dgm:spPr/>
    </dgm:pt>
    <dgm:pt modelId="{FD0CB4E6-39D9-4611-9D00-3C47F042A359}" type="pres">
      <dgm:prSet presAssocID="{7DAFC490-256A-454B-AC47-6A47406B4B12}" presName="sp" presStyleCnt="0"/>
      <dgm:spPr/>
    </dgm:pt>
    <dgm:pt modelId="{8E0EDE42-1977-4AD2-9FC5-DC4350CBDC0C}" type="pres">
      <dgm:prSet presAssocID="{FD2323AA-113C-4B59-A7CF-172AA7928824}" presName="arrowAndChildren" presStyleCnt="0"/>
      <dgm:spPr/>
    </dgm:pt>
    <dgm:pt modelId="{4B8E2398-F174-41D0-A904-1E3B1C3030D2}" type="pres">
      <dgm:prSet presAssocID="{FD2323AA-113C-4B59-A7CF-172AA7928824}" presName="parentTextArrow" presStyleLbl="node1" presStyleIdx="0" presStyleCnt="2"/>
      <dgm:spPr/>
    </dgm:pt>
    <dgm:pt modelId="{2C05EF4A-DE56-4A56-92AE-99F256FDB609}" type="pres">
      <dgm:prSet presAssocID="{FD2323AA-113C-4B59-A7CF-172AA7928824}" presName="arrow" presStyleLbl="node1" presStyleIdx="1" presStyleCnt="2"/>
      <dgm:spPr/>
    </dgm:pt>
    <dgm:pt modelId="{53040822-32B9-495C-A4AC-39425EB9A76A}" type="pres">
      <dgm:prSet presAssocID="{FD2323AA-113C-4B59-A7CF-172AA7928824}" presName="descendantArrow" presStyleCnt="0"/>
      <dgm:spPr/>
    </dgm:pt>
    <dgm:pt modelId="{D771F230-996F-48E8-A838-A104DA6A94B2}" type="pres">
      <dgm:prSet presAssocID="{BB34F7CD-B700-4006-AB81-E70D8A4BFFC2}" presName="childTextArrow" presStyleLbl="fgAccFollowNode1" presStyleIdx="5" presStyleCnt="6">
        <dgm:presLayoutVars>
          <dgm:bulletEnabled val="1"/>
        </dgm:presLayoutVars>
      </dgm:prSet>
      <dgm:spPr/>
    </dgm:pt>
  </dgm:ptLst>
  <dgm:cxnLst>
    <dgm:cxn modelId="{9EA1BC05-0325-4504-976E-BD8983251ED8}" type="presOf" srcId="{DD6AAB02-4DBD-47BD-AB65-9977E3FF23BD}" destId="{C04322F0-9C0F-48A6-B0F6-82D6EC2623F6}" srcOrd="0" destOrd="0" presId="urn:microsoft.com/office/officeart/2005/8/layout/process4"/>
    <dgm:cxn modelId="{1D26C006-8EED-452E-A4FC-3180A6AFDA60}" type="presOf" srcId="{4E6A6BCA-A087-4C82-B52E-ECEEE142E177}" destId="{EE3770CA-C890-4D85-93DF-697DBB0F7A35}" srcOrd="0" destOrd="0" presId="urn:microsoft.com/office/officeart/2005/8/layout/process4"/>
    <dgm:cxn modelId="{F79CFF2C-0E59-42C7-AEBD-213D8CA88DA1}" srcId="{4E6A6BCA-A087-4C82-B52E-ECEEE142E177}" destId="{5F8DFFA7-85C3-421B-A292-E744F43D2580}" srcOrd="0" destOrd="0" parTransId="{DDE446A2-5CE3-49A7-9E7D-F4185EB9DEDC}" sibTransId="{7F243EE5-FFD5-49AA-AD45-95BF75AB428C}"/>
    <dgm:cxn modelId="{9FCADA3E-C1B1-42B2-A1D8-B2DB5938200C}" srcId="{DD6AAB02-4DBD-47BD-AB65-9977E3FF23BD}" destId="{FD2323AA-113C-4B59-A7CF-172AA7928824}" srcOrd="0" destOrd="0" parTransId="{2148FBA0-9972-4839-9ED4-16340ADDF6F4}" sibTransId="{7DAFC490-256A-454B-AC47-6A47406B4B12}"/>
    <dgm:cxn modelId="{B0864940-19F0-420D-96C6-7A123034828D}" type="presOf" srcId="{5F8DFFA7-85C3-421B-A292-E744F43D2580}" destId="{925D8BFD-5EFC-468B-ACAF-86F827085289}" srcOrd="0" destOrd="0" presId="urn:microsoft.com/office/officeart/2005/8/layout/process4"/>
    <dgm:cxn modelId="{6CD31F63-3347-48A0-A5C0-803ADD39167F}" type="presOf" srcId="{C12FB851-C997-4DD3-8BB7-C0B686C39592}" destId="{1722C2F0-2FB5-4AA1-BCE7-4E310B7EB223}" srcOrd="0" destOrd="0" presId="urn:microsoft.com/office/officeart/2005/8/layout/process4"/>
    <dgm:cxn modelId="{EF336967-EA09-4005-BA52-2C881C56C0F6}" srcId="{4E6A6BCA-A087-4C82-B52E-ECEEE142E177}" destId="{12D4EC1E-1D46-4406-B812-30E4A7C7EFF3}" srcOrd="4" destOrd="0" parTransId="{1254738E-E426-4AE1-84C4-18F275010DB6}" sibTransId="{3E1618BF-8DF5-4252-AE69-F1D9F2FF9C1F}"/>
    <dgm:cxn modelId="{FEC51B82-080A-468D-9010-C27940E6F03D}" srcId="{4E6A6BCA-A087-4C82-B52E-ECEEE142E177}" destId="{1ADFCA80-F643-40A7-BD1A-85BA0568ED12}" srcOrd="1" destOrd="0" parTransId="{2D8CE8BF-CC7E-41E5-A6C1-25E8C2EC353F}" sibTransId="{FEE98D82-0A11-42BD-8704-BFC32DC607CC}"/>
    <dgm:cxn modelId="{0CF7BD92-FD16-4D5A-8B0D-C3763DD664A8}" type="presOf" srcId="{12D4EC1E-1D46-4406-B812-30E4A7C7EFF3}" destId="{D9357599-9D31-49D7-B979-A7C23F8EB23A}" srcOrd="0" destOrd="0" presId="urn:microsoft.com/office/officeart/2005/8/layout/process4"/>
    <dgm:cxn modelId="{CED34096-AEAE-4D90-9CBE-CE18E5301353}" srcId="{FD2323AA-113C-4B59-A7CF-172AA7928824}" destId="{BB34F7CD-B700-4006-AB81-E70D8A4BFFC2}" srcOrd="0" destOrd="0" parTransId="{DD97E55B-E590-4782-8C86-FA1B6C27BAF9}" sibTransId="{923F436C-AADF-4321-A846-749CD07993AF}"/>
    <dgm:cxn modelId="{D7EAB69C-09AD-4DBC-ADAA-06257DB174B7}" type="presOf" srcId="{1ADFCA80-F643-40A7-BD1A-85BA0568ED12}" destId="{C62A0E5C-983F-48C5-88B7-0AF500DA5421}" srcOrd="0" destOrd="0" presId="urn:microsoft.com/office/officeart/2005/8/layout/process4"/>
    <dgm:cxn modelId="{4E08D3A2-D36C-4011-8381-2BE6313D8C78}" type="presOf" srcId="{FD2323AA-113C-4B59-A7CF-172AA7928824}" destId="{2C05EF4A-DE56-4A56-92AE-99F256FDB609}" srcOrd="1" destOrd="0" presId="urn:microsoft.com/office/officeart/2005/8/layout/process4"/>
    <dgm:cxn modelId="{66AE47B6-F8CC-4934-97CF-D2ECDBF580CD}" type="presOf" srcId="{BB34F7CD-B700-4006-AB81-E70D8A4BFFC2}" destId="{D771F230-996F-48E8-A838-A104DA6A94B2}" srcOrd="0" destOrd="0" presId="urn:microsoft.com/office/officeart/2005/8/layout/process4"/>
    <dgm:cxn modelId="{B952D3BB-BF27-422B-977A-AF8D2874D993}" srcId="{4E6A6BCA-A087-4C82-B52E-ECEEE142E177}" destId="{C12FB851-C997-4DD3-8BB7-C0B686C39592}" srcOrd="3" destOrd="0" parTransId="{769F9E86-7DC7-4F06-B3EE-87E315FFC32C}" sibTransId="{F0BBCD5D-F508-48B2-822D-33152B43F75E}"/>
    <dgm:cxn modelId="{7AABBBC2-ABF4-45C5-BCDB-F9112163E2E9}" type="presOf" srcId="{FD2323AA-113C-4B59-A7CF-172AA7928824}" destId="{4B8E2398-F174-41D0-A904-1E3B1C3030D2}" srcOrd="0" destOrd="0" presId="urn:microsoft.com/office/officeart/2005/8/layout/process4"/>
    <dgm:cxn modelId="{69F827C6-3B25-4B27-8060-4B910DB815C6}" type="presOf" srcId="{4E6A6BCA-A087-4C82-B52E-ECEEE142E177}" destId="{A80ADB0D-66C2-40C3-BB0E-11969A05D850}" srcOrd="1" destOrd="0" presId="urn:microsoft.com/office/officeart/2005/8/layout/process4"/>
    <dgm:cxn modelId="{659F1FD2-1326-4234-9B28-F1EC115066BF}" srcId="{4E6A6BCA-A087-4C82-B52E-ECEEE142E177}" destId="{B6A12050-FD41-4056-897F-934043973CB8}" srcOrd="2" destOrd="0" parTransId="{A41FE1AD-04CB-47A0-8FBD-D85BF4F74A9F}" sibTransId="{A801D93E-DD9C-4DF7-8CB0-A056C1D6734A}"/>
    <dgm:cxn modelId="{7C1EDAE4-E39C-4CA4-A214-092A56A8C080}" type="presOf" srcId="{B6A12050-FD41-4056-897F-934043973CB8}" destId="{C8EEC3E3-BCFD-41F9-A8A8-2D74BD5FF9E2}" srcOrd="0" destOrd="0" presId="urn:microsoft.com/office/officeart/2005/8/layout/process4"/>
    <dgm:cxn modelId="{2A943DF0-6527-49FC-9C74-1EA60E41D17A}" srcId="{DD6AAB02-4DBD-47BD-AB65-9977E3FF23BD}" destId="{4E6A6BCA-A087-4C82-B52E-ECEEE142E177}" srcOrd="1" destOrd="0" parTransId="{2D11EB97-E08B-4090-B766-2CEC7917A776}" sibTransId="{A8BCA701-2205-41B5-9778-FB027EB529BD}"/>
    <dgm:cxn modelId="{16B62D4B-BD35-42D7-A32D-0185F2C6E98B}" type="presParOf" srcId="{C04322F0-9C0F-48A6-B0F6-82D6EC2623F6}" destId="{F1AD3077-64AA-4FF3-BECD-14879618D872}" srcOrd="0" destOrd="0" presId="urn:microsoft.com/office/officeart/2005/8/layout/process4"/>
    <dgm:cxn modelId="{B5A7F358-58C4-490F-BDAF-206E592FBEF0}" type="presParOf" srcId="{F1AD3077-64AA-4FF3-BECD-14879618D872}" destId="{EE3770CA-C890-4D85-93DF-697DBB0F7A35}" srcOrd="0" destOrd="0" presId="urn:microsoft.com/office/officeart/2005/8/layout/process4"/>
    <dgm:cxn modelId="{BA03F459-00E0-422C-9450-5AAF797D6A73}" type="presParOf" srcId="{F1AD3077-64AA-4FF3-BECD-14879618D872}" destId="{A80ADB0D-66C2-40C3-BB0E-11969A05D850}" srcOrd="1" destOrd="0" presId="urn:microsoft.com/office/officeart/2005/8/layout/process4"/>
    <dgm:cxn modelId="{055D28A5-344B-473D-B609-D0B1054E1D23}" type="presParOf" srcId="{F1AD3077-64AA-4FF3-BECD-14879618D872}" destId="{8F1FFA2B-04FA-46D9-9A84-8A0B5C850704}" srcOrd="2" destOrd="0" presId="urn:microsoft.com/office/officeart/2005/8/layout/process4"/>
    <dgm:cxn modelId="{1A3D7BAB-3C16-4DF5-9D02-07973ADCA00C}" type="presParOf" srcId="{8F1FFA2B-04FA-46D9-9A84-8A0B5C850704}" destId="{925D8BFD-5EFC-468B-ACAF-86F827085289}" srcOrd="0" destOrd="0" presId="urn:microsoft.com/office/officeart/2005/8/layout/process4"/>
    <dgm:cxn modelId="{5E560EC8-6725-423C-90AD-9B9B40D3A8AC}" type="presParOf" srcId="{8F1FFA2B-04FA-46D9-9A84-8A0B5C850704}" destId="{C62A0E5C-983F-48C5-88B7-0AF500DA5421}" srcOrd="1" destOrd="0" presId="urn:microsoft.com/office/officeart/2005/8/layout/process4"/>
    <dgm:cxn modelId="{8DBCDC9C-E8F1-4AE1-B8E4-B372F2362B9E}" type="presParOf" srcId="{8F1FFA2B-04FA-46D9-9A84-8A0B5C850704}" destId="{C8EEC3E3-BCFD-41F9-A8A8-2D74BD5FF9E2}" srcOrd="2" destOrd="0" presId="urn:microsoft.com/office/officeart/2005/8/layout/process4"/>
    <dgm:cxn modelId="{DC41B156-DA7D-4DFA-BF49-6E78B2437138}" type="presParOf" srcId="{8F1FFA2B-04FA-46D9-9A84-8A0B5C850704}" destId="{1722C2F0-2FB5-4AA1-BCE7-4E310B7EB223}" srcOrd="3" destOrd="0" presId="urn:microsoft.com/office/officeart/2005/8/layout/process4"/>
    <dgm:cxn modelId="{8B9A9A99-C266-46D5-A119-EC9503BE4F0F}" type="presParOf" srcId="{8F1FFA2B-04FA-46D9-9A84-8A0B5C850704}" destId="{D9357599-9D31-49D7-B979-A7C23F8EB23A}" srcOrd="4" destOrd="0" presId="urn:microsoft.com/office/officeart/2005/8/layout/process4"/>
    <dgm:cxn modelId="{1129C68E-69D6-4805-B045-D25A1C121922}" type="presParOf" srcId="{C04322F0-9C0F-48A6-B0F6-82D6EC2623F6}" destId="{FD0CB4E6-39D9-4611-9D00-3C47F042A359}" srcOrd="1" destOrd="0" presId="urn:microsoft.com/office/officeart/2005/8/layout/process4"/>
    <dgm:cxn modelId="{A3BD2D76-3C32-4EAA-87D1-A86FC0E11D8C}" type="presParOf" srcId="{C04322F0-9C0F-48A6-B0F6-82D6EC2623F6}" destId="{8E0EDE42-1977-4AD2-9FC5-DC4350CBDC0C}" srcOrd="2" destOrd="0" presId="urn:microsoft.com/office/officeart/2005/8/layout/process4"/>
    <dgm:cxn modelId="{8C26104A-6283-472A-9EEE-CA1A333F966A}" type="presParOf" srcId="{8E0EDE42-1977-4AD2-9FC5-DC4350CBDC0C}" destId="{4B8E2398-F174-41D0-A904-1E3B1C3030D2}" srcOrd="0" destOrd="0" presId="urn:microsoft.com/office/officeart/2005/8/layout/process4"/>
    <dgm:cxn modelId="{706C7461-3B5D-4865-B76F-6FCC9F3F45D9}" type="presParOf" srcId="{8E0EDE42-1977-4AD2-9FC5-DC4350CBDC0C}" destId="{2C05EF4A-DE56-4A56-92AE-99F256FDB609}" srcOrd="1" destOrd="0" presId="urn:microsoft.com/office/officeart/2005/8/layout/process4"/>
    <dgm:cxn modelId="{5B3F0298-63EE-4363-9E91-BD74CE900C11}" type="presParOf" srcId="{8E0EDE42-1977-4AD2-9FC5-DC4350CBDC0C}" destId="{53040822-32B9-495C-A4AC-39425EB9A76A}" srcOrd="2" destOrd="0" presId="urn:microsoft.com/office/officeart/2005/8/layout/process4"/>
    <dgm:cxn modelId="{0D3B1D11-988C-421F-9C39-96CEF5AC4083}" type="presParOf" srcId="{53040822-32B9-495C-A4AC-39425EB9A76A}" destId="{D771F230-996F-48E8-A838-A104DA6A94B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E19536-2961-4B01-9C1B-869A8B0D71F6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1E8F910-FBD7-4E35-8CD6-CE542A2A812A}">
      <dgm:prSet/>
      <dgm:spPr/>
      <dgm:t>
        <a:bodyPr/>
        <a:lstStyle/>
        <a:p>
          <a:r>
            <a:rPr lang="en-US"/>
            <a:t>Build the bridge from signal to actual trade</a:t>
          </a:r>
        </a:p>
      </dgm:t>
    </dgm:pt>
    <dgm:pt modelId="{40455A78-2803-4CBF-9C6D-B0925505DF06}" type="parTrans" cxnId="{B09C5157-B6EE-405A-A01E-7F1C117B4558}">
      <dgm:prSet/>
      <dgm:spPr/>
      <dgm:t>
        <a:bodyPr/>
        <a:lstStyle/>
        <a:p>
          <a:endParaRPr lang="en-US"/>
        </a:p>
      </dgm:t>
    </dgm:pt>
    <dgm:pt modelId="{3DA845E1-0D85-4157-8034-26CF1B189B33}" type="sibTrans" cxnId="{B09C5157-B6EE-405A-A01E-7F1C117B4558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90DBE2C6-A8D4-4CF9-A7D6-EB2D9467893C}">
      <dgm:prSet/>
      <dgm:spPr/>
      <dgm:t>
        <a:bodyPr/>
        <a:lstStyle/>
        <a:p>
          <a:r>
            <a:rPr lang="en-US"/>
            <a:t>Learn about Orders, Positions</a:t>
          </a:r>
        </a:p>
      </dgm:t>
    </dgm:pt>
    <dgm:pt modelId="{6913A5AB-8B86-4FD7-90FF-A5B0A24458EB}" type="parTrans" cxnId="{1545B26E-C07B-43D3-BB06-2F66CD565D22}">
      <dgm:prSet/>
      <dgm:spPr/>
      <dgm:t>
        <a:bodyPr/>
        <a:lstStyle/>
        <a:p>
          <a:endParaRPr lang="en-US"/>
        </a:p>
      </dgm:t>
    </dgm:pt>
    <dgm:pt modelId="{42DC5F98-0902-45B9-AF7E-6DBCE38760CE}" type="sibTrans" cxnId="{1545B26E-C07B-43D3-BB06-2F66CD565D22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D9DE8158-F883-42F8-9F30-BB3C28049A56}">
      <dgm:prSet/>
      <dgm:spPr/>
      <dgm:t>
        <a:bodyPr/>
        <a:lstStyle/>
        <a:p>
          <a:r>
            <a:rPr lang="en-US"/>
            <a:t>Make our first paper trade</a:t>
          </a:r>
        </a:p>
      </dgm:t>
    </dgm:pt>
    <dgm:pt modelId="{8662111F-B5F6-4CCE-A103-C492D6A9DFDC}" type="parTrans" cxnId="{BC444878-2D45-4026-BB75-89A1F5A7E91C}">
      <dgm:prSet/>
      <dgm:spPr/>
      <dgm:t>
        <a:bodyPr/>
        <a:lstStyle/>
        <a:p>
          <a:endParaRPr lang="en-US"/>
        </a:p>
      </dgm:t>
    </dgm:pt>
    <dgm:pt modelId="{AD45E45D-805C-4D45-951D-90E6E8287983}" type="sibTrans" cxnId="{BC444878-2D45-4026-BB75-89A1F5A7E91C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E6F06914-2109-4E7E-B01C-CD322AA98ED2}">
      <dgm:prSet/>
      <dgm:spPr/>
      <dgm:t>
        <a:bodyPr/>
        <a:lstStyle/>
        <a:p>
          <a:r>
            <a:rPr lang="en-US"/>
            <a:t>Understand why we are going to fail</a:t>
          </a:r>
        </a:p>
      </dgm:t>
    </dgm:pt>
    <dgm:pt modelId="{01561A19-A2E6-4265-B357-F4EA8D0798C9}" type="parTrans" cxnId="{91C3FFB3-E476-4A6F-AFFC-4AFFE203FAA2}">
      <dgm:prSet/>
      <dgm:spPr/>
      <dgm:t>
        <a:bodyPr/>
        <a:lstStyle/>
        <a:p>
          <a:endParaRPr lang="en-US"/>
        </a:p>
      </dgm:t>
    </dgm:pt>
    <dgm:pt modelId="{76159282-4278-46CA-8E59-89584D619B85}" type="sibTrans" cxnId="{91C3FFB3-E476-4A6F-AFFC-4AFFE203FAA2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3FDE3014-AFDB-449E-875F-F61BC08E4670}" type="pres">
      <dgm:prSet presAssocID="{B5E19536-2961-4B01-9C1B-869A8B0D71F6}" presName="Name0" presStyleCnt="0">
        <dgm:presLayoutVars>
          <dgm:animLvl val="lvl"/>
          <dgm:resizeHandles val="exact"/>
        </dgm:presLayoutVars>
      </dgm:prSet>
      <dgm:spPr/>
    </dgm:pt>
    <dgm:pt modelId="{6879D0D4-BB26-41E1-B990-59F724F124D3}" type="pres">
      <dgm:prSet presAssocID="{81E8F910-FBD7-4E35-8CD6-CE542A2A812A}" presName="compositeNode" presStyleCnt="0">
        <dgm:presLayoutVars>
          <dgm:bulletEnabled val="1"/>
        </dgm:presLayoutVars>
      </dgm:prSet>
      <dgm:spPr/>
    </dgm:pt>
    <dgm:pt modelId="{39E61567-5D33-4256-9FB3-F09E171E6EA4}" type="pres">
      <dgm:prSet presAssocID="{81E8F910-FBD7-4E35-8CD6-CE542A2A812A}" presName="bgRect" presStyleLbl="alignNode1" presStyleIdx="0" presStyleCnt="4"/>
      <dgm:spPr/>
    </dgm:pt>
    <dgm:pt modelId="{14C61015-70A4-474F-A685-AA58217DD74C}" type="pres">
      <dgm:prSet presAssocID="{3DA845E1-0D85-4157-8034-26CF1B189B33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AE5E2ED9-F219-4B13-BA49-5B35CA7FE4F7}" type="pres">
      <dgm:prSet presAssocID="{81E8F910-FBD7-4E35-8CD6-CE542A2A812A}" presName="nodeRect" presStyleLbl="alignNode1" presStyleIdx="0" presStyleCnt="4">
        <dgm:presLayoutVars>
          <dgm:bulletEnabled val="1"/>
        </dgm:presLayoutVars>
      </dgm:prSet>
      <dgm:spPr/>
    </dgm:pt>
    <dgm:pt modelId="{0AA910EA-5EEE-4A92-8F00-8EBF654EB801}" type="pres">
      <dgm:prSet presAssocID="{3DA845E1-0D85-4157-8034-26CF1B189B33}" presName="sibTrans" presStyleCnt="0"/>
      <dgm:spPr/>
    </dgm:pt>
    <dgm:pt modelId="{C2D424A0-B43A-408D-9DEE-966648C88CE8}" type="pres">
      <dgm:prSet presAssocID="{90DBE2C6-A8D4-4CF9-A7D6-EB2D9467893C}" presName="compositeNode" presStyleCnt="0">
        <dgm:presLayoutVars>
          <dgm:bulletEnabled val="1"/>
        </dgm:presLayoutVars>
      </dgm:prSet>
      <dgm:spPr/>
    </dgm:pt>
    <dgm:pt modelId="{C1FD7751-474A-4818-9337-BEE3B136D2B5}" type="pres">
      <dgm:prSet presAssocID="{90DBE2C6-A8D4-4CF9-A7D6-EB2D9467893C}" presName="bgRect" presStyleLbl="alignNode1" presStyleIdx="1" presStyleCnt="4"/>
      <dgm:spPr/>
    </dgm:pt>
    <dgm:pt modelId="{F3D4CA59-F8FA-4194-B9CB-43BA21926FC8}" type="pres">
      <dgm:prSet presAssocID="{42DC5F98-0902-45B9-AF7E-6DBCE38760CE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46F4D1DF-43BB-4659-AB70-96A784F7960C}" type="pres">
      <dgm:prSet presAssocID="{90DBE2C6-A8D4-4CF9-A7D6-EB2D9467893C}" presName="nodeRect" presStyleLbl="alignNode1" presStyleIdx="1" presStyleCnt="4">
        <dgm:presLayoutVars>
          <dgm:bulletEnabled val="1"/>
        </dgm:presLayoutVars>
      </dgm:prSet>
      <dgm:spPr/>
    </dgm:pt>
    <dgm:pt modelId="{C28BADF4-F8D6-495F-83E7-CA3E5E268933}" type="pres">
      <dgm:prSet presAssocID="{42DC5F98-0902-45B9-AF7E-6DBCE38760CE}" presName="sibTrans" presStyleCnt="0"/>
      <dgm:spPr/>
    </dgm:pt>
    <dgm:pt modelId="{A9CAE967-73AE-4BF3-955B-D889D0746D21}" type="pres">
      <dgm:prSet presAssocID="{D9DE8158-F883-42F8-9F30-BB3C28049A56}" presName="compositeNode" presStyleCnt="0">
        <dgm:presLayoutVars>
          <dgm:bulletEnabled val="1"/>
        </dgm:presLayoutVars>
      </dgm:prSet>
      <dgm:spPr/>
    </dgm:pt>
    <dgm:pt modelId="{E79A2C51-3630-474C-91DD-1FECE85E89D4}" type="pres">
      <dgm:prSet presAssocID="{D9DE8158-F883-42F8-9F30-BB3C28049A56}" presName="bgRect" presStyleLbl="alignNode1" presStyleIdx="2" presStyleCnt="4"/>
      <dgm:spPr/>
    </dgm:pt>
    <dgm:pt modelId="{9F93F8AC-0EE2-4C6C-BCA8-DC1AD8BB68E6}" type="pres">
      <dgm:prSet presAssocID="{AD45E45D-805C-4D45-951D-90E6E8287983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B2873F9E-BFB5-4105-AC6F-929D7FF738A8}" type="pres">
      <dgm:prSet presAssocID="{D9DE8158-F883-42F8-9F30-BB3C28049A56}" presName="nodeRect" presStyleLbl="alignNode1" presStyleIdx="2" presStyleCnt="4">
        <dgm:presLayoutVars>
          <dgm:bulletEnabled val="1"/>
        </dgm:presLayoutVars>
      </dgm:prSet>
      <dgm:spPr/>
    </dgm:pt>
    <dgm:pt modelId="{D11089C8-41AB-48B0-BC62-31CDDB41CB5E}" type="pres">
      <dgm:prSet presAssocID="{AD45E45D-805C-4D45-951D-90E6E8287983}" presName="sibTrans" presStyleCnt="0"/>
      <dgm:spPr/>
    </dgm:pt>
    <dgm:pt modelId="{773F5B17-1CB4-4585-96A2-C539383AAB0E}" type="pres">
      <dgm:prSet presAssocID="{E6F06914-2109-4E7E-B01C-CD322AA98ED2}" presName="compositeNode" presStyleCnt="0">
        <dgm:presLayoutVars>
          <dgm:bulletEnabled val="1"/>
        </dgm:presLayoutVars>
      </dgm:prSet>
      <dgm:spPr/>
    </dgm:pt>
    <dgm:pt modelId="{1FC1EFF3-0D65-4270-804E-56A89E2EE9B5}" type="pres">
      <dgm:prSet presAssocID="{E6F06914-2109-4E7E-B01C-CD322AA98ED2}" presName="bgRect" presStyleLbl="alignNode1" presStyleIdx="3" presStyleCnt="4"/>
      <dgm:spPr/>
    </dgm:pt>
    <dgm:pt modelId="{DD47D17B-FEAA-42EF-945F-67CFCE4A7BC0}" type="pres">
      <dgm:prSet presAssocID="{76159282-4278-46CA-8E59-89584D619B85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FDCB7735-9B6E-41AB-B64D-C8CCA17E2437}" type="pres">
      <dgm:prSet presAssocID="{E6F06914-2109-4E7E-B01C-CD322AA98ED2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83A6D80B-800C-4045-BE8E-C80DE22CF1CE}" type="presOf" srcId="{81E8F910-FBD7-4E35-8CD6-CE542A2A812A}" destId="{39E61567-5D33-4256-9FB3-F09E171E6EA4}" srcOrd="0" destOrd="0" presId="urn:microsoft.com/office/officeart/2016/7/layout/LinearBlockProcessNumbered"/>
    <dgm:cxn modelId="{243F7C17-6FFF-49DD-9A98-0830DCED6E95}" type="presOf" srcId="{76159282-4278-46CA-8E59-89584D619B85}" destId="{DD47D17B-FEAA-42EF-945F-67CFCE4A7BC0}" srcOrd="0" destOrd="0" presId="urn:microsoft.com/office/officeart/2016/7/layout/LinearBlockProcessNumbered"/>
    <dgm:cxn modelId="{2B1C071C-8D1A-48BF-862F-B899AB0FF1C6}" type="presOf" srcId="{81E8F910-FBD7-4E35-8CD6-CE542A2A812A}" destId="{AE5E2ED9-F219-4B13-BA49-5B35CA7FE4F7}" srcOrd="1" destOrd="0" presId="urn:microsoft.com/office/officeart/2016/7/layout/LinearBlockProcessNumbered"/>
    <dgm:cxn modelId="{9FA3753D-B66E-45FB-AAAB-EA915CA7A363}" type="presOf" srcId="{D9DE8158-F883-42F8-9F30-BB3C28049A56}" destId="{B2873F9E-BFB5-4105-AC6F-929D7FF738A8}" srcOrd="1" destOrd="0" presId="urn:microsoft.com/office/officeart/2016/7/layout/LinearBlockProcessNumbered"/>
    <dgm:cxn modelId="{B5C0AC46-2950-4775-A867-BDDCD18095E9}" type="presOf" srcId="{AD45E45D-805C-4D45-951D-90E6E8287983}" destId="{9F93F8AC-0EE2-4C6C-BCA8-DC1AD8BB68E6}" srcOrd="0" destOrd="0" presId="urn:microsoft.com/office/officeart/2016/7/layout/LinearBlockProcessNumbered"/>
    <dgm:cxn modelId="{1545B26E-C07B-43D3-BB06-2F66CD565D22}" srcId="{B5E19536-2961-4B01-9C1B-869A8B0D71F6}" destId="{90DBE2C6-A8D4-4CF9-A7D6-EB2D9467893C}" srcOrd="1" destOrd="0" parTransId="{6913A5AB-8B86-4FD7-90FF-A5B0A24458EB}" sibTransId="{42DC5F98-0902-45B9-AF7E-6DBCE38760CE}"/>
    <dgm:cxn modelId="{1836EB50-F32A-4364-9797-9A063C6DE653}" type="presOf" srcId="{90DBE2C6-A8D4-4CF9-A7D6-EB2D9467893C}" destId="{C1FD7751-474A-4818-9337-BEE3B136D2B5}" srcOrd="0" destOrd="0" presId="urn:microsoft.com/office/officeart/2016/7/layout/LinearBlockProcessNumbered"/>
    <dgm:cxn modelId="{B09C5157-B6EE-405A-A01E-7F1C117B4558}" srcId="{B5E19536-2961-4B01-9C1B-869A8B0D71F6}" destId="{81E8F910-FBD7-4E35-8CD6-CE542A2A812A}" srcOrd="0" destOrd="0" parTransId="{40455A78-2803-4CBF-9C6D-B0925505DF06}" sibTransId="{3DA845E1-0D85-4157-8034-26CF1B189B33}"/>
    <dgm:cxn modelId="{BC444878-2D45-4026-BB75-89A1F5A7E91C}" srcId="{B5E19536-2961-4B01-9C1B-869A8B0D71F6}" destId="{D9DE8158-F883-42F8-9F30-BB3C28049A56}" srcOrd="2" destOrd="0" parTransId="{8662111F-B5F6-4CCE-A103-C492D6A9DFDC}" sibTransId="{AD45E45D-805C-4D45-951D-90E6E8287983}"/>
    <dgm:cxn modelId="{DC730B7E-D77C-473B-BEFE-1144AC564CD5}" type="presOf" srcId="{3DA845E1-0D85-4157-8034-26CF1B189B33}" destId="{14C61015-70A4-474F-A685-AA58217DD74C}" srcOrd="0" destOrd="0" presId="urn:microsoft.com/office/officeart/2016/7/layout/LinearBlockProcessNumbered"/>
    <dgm:cxn modelId="{1C7B3C7F-54A9-46BE-9DF7-A55EDFB23916}" type="presOf" srcId="{D9DE8158-F883-42F8-9F30-BB3C28049A56}" destId="{E79A2C51-3630-474C-91DD-1FECE85E89D4}" srcOrd="0" destOrd="0" presId="urn:microsoft.com/office/officeart/2016/7/layout/LinearBlockProcessNumbered"/>
    <dgm:cxn modelId="{9299E997-5A72-476F-AC42-B49E35ED5CE0}" type="presOf" srcId="{42DC5F98-0902-45B9-AF7E-6DBCE38760CE}" destId="{F3D4CA59-F8FA-4194-B9CB-43BA21926FC8}" srcOrd="0" destOrd="0" presId="urn:microsoft.com/office/officeart/2016/7/layout/LinearBlockProcessNumbered"/>
    <dgm:cxn modelId="{51E32EB3-8CC4-4A13-B276-1B06C8D745D1}" type="presOf" srcId="{E6F06914-2109-4E7E-B01C-CD322AA98ED2}" destId="{1FC1EFF3-0D65-4270-804E-56A89E2EE9B5}" srcOrd="0" destOrd="0" presId="urn:microsoft.com/office/officeart/2016/7/layout/LinearBlockProcessNumbered"/>
    <dgm:cxn modelId="{91C3FFB3-E476-4A6F-AFFC-4AFFE203FAA2}" srcId="{B5E19536-2961-4B01-9C1B-869A8B0D71F6}" destId="{E6F06914-2109-4E7E-B01C-CD322AA98ED2}" srcOrd="3" destOrd="0" parTransId="{01561A19-A2E6-4265-B357-F4EA8D0798C9}" sibTransId="{76159282-4278-46CA-8E59-89584D619B85}"/>
    <dgm:cxn modelId="{5E0E45E2-4B09-4320-A233-64063D7DE20B}" type="presOf" srcId="{E6F06914-2109-4E7E-B01C-CD322AA98ED2}" destId="{FDCB7735-9B6E-41AB-B64D-C8CCA17E2437}" srcOrd="1" destOrd="0" presId="urn:microsoft.com/office/officeart/2016/7/layout/LinearBlockProcessNumbered"/>
    <dgm:cxn modelId="{761223E8-0F75-4AD7-B059-2221AF9161DD}" type="presOf" srcId="{B5E19536-2961-4B01-9C1B-869A8B0D71F6}" destId="{3FDE3014-AFDB-449E-875F-F61BC08E4670}" srcOrd="0" destOrd="0" presId="urn:microsoft.com/office/officeart/2016/7/layout/LinearBlockProcessNumbered"/>
    <dgm:cxn modelId="{59D0E6F1-BA58-47CE-B0F5-196B6C6F2612}" type="presOf" srcId="{90DBE2C6-A8D4-4CF9-A7D6-EB2D9467893C}" destId="{46F4D1DF-43BB-4659-AB70-96A784F7960C}" srcOrd="1" destOrd="0" presId="urn:microsoft.com/office/officeart/2016/7/layout/LinearBlockProcessNumbered"/>
    <dgm:cxn modelId="{7F1D43CE-4EAF-4201-ABB8-B0FC545B7A91}" type="presParOf" srcId="{3FDE3014-AFDB-449E-875F-F61BC08E4670}" destId="{6879D0D4-BB26-41E1-B990-59F724F124D3}" srcOrd="0" destOrd="0" presId="urn:microsoft.com/office/officeart/2016/7/layout/LinearBlockProcessNumbered"/>
    <dgm:cxn modelId="{1E7AF0B3-9A84-4846-AF96-DAC3B5FF7E07}" type="presParOf" srcId="{6879D0D4-BB26-41E1-B990-59F724F124D3}" destId="{39E61567-5D33-4256-9FB3-F09E171E6EA4}" srcOrd="0" destOrd="0" presId="urn:microsoft.com/office/officeart/2016/7/layout/LinearBlockProcessNumbered"/>
    <dgm:cxn modelId="{B9AC5852-2770-47CE-9616-0733BA6158C6}" type="presParOf" srcId="{6879D0D4-BB26-41E1-B990-59F724F124D3}" destId="{14C61015-70A4-474F-A685-AA58217DD74C}" srcOrd="1" destOrd="0" presId="urn:microsoft.com/office/officeart/2016/7/layout/LinearBlockProcessNumbered"/>
    <dgm:cxn modelId="{ABCCE95B-9487-4B80-A203-6F4FD70FFBFE}" type="presParOf" srcId="{6879D0D4-BB26-41E1-B990-59F724F124D3}" destId="{AE5E2ED9-F219-4B13-BA49-5B35CA7FE4F7}" srcOrd="2" destOrd="0" presId="urn:microsoft.com/office/officeart/2016/7/layout/LinearBlockProcessNumbered"/>
    <dgm:cxn modelId="{7A363847-66EC-4EE5-B967-4DF6C01888DB}" type="presParOf" srcId="{3FDE3014-AFDB-449E-875F-F61BC08E4670}" destId="{0AA910EA-5EEE-4A92-8F00-8EBF654EB801}" srcOrd="1" destOrd="0" presId="urn:microsoft.com/office/officeart/2016/7/layout/LinearBlockProcessNumbered"/>
    <dgm:cxn modelId="{4F4F5DF9-98A3-4D0D-A027-C1C68A866D7A}" type="presParOf" srcId="{3FDE3014-AFDB-449E-875F-F61BC08E4670}" destId="{C2D424A0-B43A-408D-9DEE-966648C88CE8}" srcOrd="2" destOrd="0" presId="urn:microsoft.com/office/officeart/2016/7/layout/LinearBlockProcessNumbered"/>
    <dgm:cxn modelId="{C22CBA0C-5119-47D3-9524-4D67103C074A}" type="presParOf" srcId="{C2D424A0-B43A-408D-9DEE-966648C88CE8}" destId="{C1FD7751-474A-4818-9337-BEE3B136D2B5}" srcOrd="0" destOrd="0" presId="urn:microsoft.com/office/officeart/2016/7/layout/LinearBlockProcessNumbered"/>
    <dgm:cxn modelId="{F6DB512C-6973-4FB4-9C0F-4553E7F26674}" type="presParOf" srcId="{C2D424A0-B43A-408D-9DEE-966648C88CE8}" destId="{F3D4CA59-F8FA-4194-B9CB-43BA21926FC8}" srcOrd="1" destOrd="0" presId="urn:microsoft.com/office/officeart/2016/7/layout/LinearBlockProcessNumbered"/>
    <dgm:cxn modelId="{DD1BB5D6-9FB0-4C6A-9EF9-3FEDA3255486}" type="presParOf" srcId="{C2D424A0-B43A-408D-9DEE-966648C88CE8}" destId="{46F4D1DF-43BB-4659-AB70-96A784F7960C}" srcOrd="2" destOrd="0" presId="urn:microsoft.com/office/officeart/2016/7/layout/LinearBlockProcessNumbered"/>
    <dgm:cxn modelId="{F7C8A5A1-F8DF-4F5A-A35B-9D5BF3F3DB40}" type="presParOf" srcId="{3FDE3014-AFDB-449E-875F-F61BC08E4670}" destId="{C28BADF4-F8D6-495F-83E7-CA3E5E268933}" srcOrd="3" destOrd="0" presId="urn:microsoft.com/office/officeart/2016/7/layout/LinearBlockProcessNumbered"/>
    <dgm:cxn modelId="{769D70B9-6278-4506-9955-FFBFF4601C1F}" type="presParOf" srcId="{3FDE3014-AFDB-449E-875F-F61BC08E4670}" destId="{A9CAE967-73AE-4BF3-955B-D889D0746D21}" srcOrd="4" destOrd="0" presId="urn:microsoft.com/office/officeart/2016/7/layout/LinearBlockProcessNumbered"/>
    <dgm:cxn modelId="{756B6D36-A037-4647-81BA-0425E41C0CF6}" type="presParOf" srcId="{A9CAE967-73AE-4BF3-955B-D889D0746D21}" destId="{E79A2C51-3630-474C-91DD-1FECE85E89D4}" srcOrd="0" destOrd="0" presId="urn:microsoft.com/office/officeart/2016/7/layout/LinearBlockProcessNumbered"/>
    <dgm:cxn modelId="{A4B3AADD-3EF1-47FE-8DA8-084722ED975A}" type="presParOf" srcId="{A9CAE967-73AE-4BF3-955B-D889D0746D21}" destId="{9F93F8AC-0EE2-4C6C-BCA8-DC1AD8BB68E6}" srcOrd="1" destOrd="0" presId="urn:microsoft.com/office/officeart/2016/7/layout/LinearBlockProcessNumbered"/>
    <dgm:cxn modelId="{5969CFB0-8A0A-4B63-ADCC-6204686BB120}" type="presParOf" srcId="{A9CAE967-73AE-4BF3-955B-D889D0746D21}" destId="{B2873F9E-BFB5-4105-AC6F-929D7FF738A8}" srcOrd="2" destOrd="0" presId="urn:microsoft.com/office/officeart/2016/7/layout/LinearBlockProcessNumbered"/>
    <dgm:cxn modelId="{0FE277B5-BE1C-46CF-B927-7EA82D4860A3}" type="presParOf" srcId="{3FDE3014-AFDB-449E-875F-F61BC08E4670}" destId="{D11089C8-41AB-48B0-BC62-31CDDB41CB5E}" srcOrd="5" destOrd="0" presId="urn:microsoft.com/office/officeart/2016/7/layout/LinearBlockProcessNumbered"/>
    <dgm:cxn modelId="{478276B1-EFF0-4D78-9FDA-169F07A10DF0}" type="presParOf" srcId="{3FDE3014-AFDB-449E-875F-F61BC08E4670}" destId="{773F5B17-1CB4-4585-96A2-C539383AAB0E}" srcOrd="6" destOrd="0" presId="urn:microsoft.com/office/officeart/2016/7/layout/LinearBlockProcessNumbered"/>
    <dgm:cxn modelId="{AE3C22F9-A5A8-4BFC-B444-519D91CFF541}" type="presParOf" srcId="{773F5B17-1CB4-4585-96A2-C539383AAB0E}" destId="{1FC1EFF3-0D65-4270-804E-56A89E2EE9B5}" srcOrd="0" destOrd="0" presId="urn:microsoft.com/office/officeart/2016/7/layout/LinearBlockProcessNumbered"/>
    <dgm:cxn modelId="{6213FDCD-799C-4DC0-9DB6-D048CAB8C2D0}" type="presParOf" srcId="{773F5B17-1CB4-4585-96A2-C539383AAB0E}" destId="{DD47D17B-FEAA-42EF-945F-67CFCE4A7BC0}" srcOrd="1" destOrd="0" presId="urn:microsoft.com/office/officeart/2016/7/layout/LinearBlockProcessNumbered"/>
    <dgm:cxn modelId="{5FB025C8-3634-4A11-9D33-AD4B1CB566CF}" type="presParOf" srcId="{773F5B17-1CB4-4585-96A2-C539383AAB0E}" destId="{FDCB7735-9B6E-41AB-B64D-C8CCA17E2437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1F45138-7532-43AD-BD02-BF6F1483774E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D4B28A4-2FD9-40C7-BBFD-C63F3DBC3CB0}">
      <dgm:prSet/>
      <dgm:spPr/>
      <dgm:t>
        <a:bodyPr/>
        <a:lstStyle/>
        <a:p>
          <a:r>
            <a:rPr lang="en-US"/>
            <a:t>There are two main types of orders we can place</a:t>
          </a:r>
        </a:p>
      </dgm:t>
    </dgm:pt>
    <dgm:pt modelId="{C31AB6FB-ADD1-4381-B0A1-46769C4D27B9}" type="parTrans" cxnId="{28D6140A-43EA-4145-AC3F-BFDE6189C12F}">
      <dgm:prSet/>
      <dgm:spPr/>
      <dgm:t>
        <a:bodyPr/>
        <a:lstStyle/>
        <a:p>
          <a:endParaRPr lang="en-US"/>
        </a:p>
      </dgm:t>
    </dgm:pt>
    <dgm:pt modelId="{69A936EE-5BC7-485D-A526-6C88916C49B8}" type="sibTrans" cxnId="{28D6140A-43EA-4145-AC3F-BFDE6189C12F}">
      <dgm:prSet/>
      <dgm:spPr/>
      <dgm:t>
        <a:bodyPr/>
        <a:lstStyle/>
        <a:p>
          <a:endParaRPr lang="en-US"/>
        </a:p>
      </dgm:t>
    </dgm:pt>
    <dgm:pt modelId="{A1AF7531-5FD5-48D6-B71F-57931D151710}">
      <dgm:prSet/>
      <dgm:spPr/>
      <dgm:t>
        <a:bodyPr/>
        <a:lstStyle/>
        <a:p>
          <a:r>
            <a:rPr lang="en-US"/>
            <a:t>Market Orders</a:t>
          </a:r>
        </a:p>
      </dgm:t>
    </dgm:pt>
    <dgm:pt modelId="{C65EE4FA-7BCD-44D0-9483-27665D0A439B}" type="parTrans" cxnId="{CE157B68-5C77-4373-806E-8757B0EB9BC5}">
      <dgm:prSet/>
      <dgm:spPr/>
      <dgm:t>
        <a:bodyPr/>
        <a:lstStyle/>
        <a:p>
          <a:endParaRPr lang="en-US"/>
        </a:p>
      </dgm:t>
    </dgm:pt>
    <dgm:pt modelId="{6ABB16B0-6359-4097-9AD5-372E544E662B}" type="sibTrans" cxnId="{CE157B68-5C77-4373-806E-8757B0EB9BC5}">
      <dgm:prSet/>
      <dgm:spPr/>
      <dgm:t>
        <a:bodyPr/>
        <a:lstStyle/>
        <a:p>
          <a:endParaRPr lang="en-US"/>
        </a:p>
      </dgm:t>
    </dgm:pt>
    <dgm:pt modelId="{2B315527-60B4-4CA3-8757-61D2DA2D32AC}">
      <dgm:prSet/>
      <dgm:spPr/>
      <dgm:t>
        <a:bodyPr/>
        <a:lstStyle/>
        <a:p>
          <a:r>
            <a:rPr lang="en-US"/>
            <a:t>Limit Orders</a:t>
          </a:r>
        </a:p>
      </dgm:t>
    </dgm:pt>
    <dgm:pt modelId="{CE062FBD-22B5-41BA-B4A4-CB7DB3DF25A2}" type="parTrans" cxnId="{EF7C99C4-EE93-4BAB-B8DD-F3579FC70615}">
      <dgm:prSet/>
      <dgm:spPr/>
      <dgm:t>
        <a:bodyPr/>
        <a:lstStyle/>
        <a:p>
          <a:endParaRPr lang="en-US"/>
        </a:p>
      </dgm:t>
    </dgm:pt>
    <dgm:pt modelId="{97D4988D-81F3-463C-88AE-1B683F0EEADD}" type="sibTrans" cxnId="{EF7C99C4-EE93-4BAB-B8DD-F3579FC70615}">
      <dgm:prSet/>
      <dgm:spPr/>
      <dgm:t>
        <a:bodyPr/>
        <a:lstStyle/>
        <a:p>
          <a:endParaRPr lang="en-US"/>
        </a:p>
      </dgm:t>
    </dgm:pt>
    <dgm:pt modelId="{CA620422-FECC-4B28-983B-4AD2AF4644FF}">
      <dgm:prSet/>
      <dgm:spPr/>
      <dgm:t>
        <a:bodyPr/>
        <a:lstStyle/>
        <a:p>
          <a:r>
            <a:rPr lang="en-US" dirty="0"/>
            <a:t>Speed vs Certainty</a:t>
          </a:r>
        </a:p>
      </dgm:t>
    </dgm:pt>
    <dgm:pt modelId="{29A3D9FD-F987-4DE5-93B0-4BDB8FD6AEF5}" type="parTrans" cxnId="{F97451B9-6FBD-4684-A952-C61819C0DABA}">
      <dgm:prSet/>
      <dgm:spPr/>
      <dgm:t>
        <a:bodyPr/>
        <a:lstStyle/>
        <a:p>
          <a:endParaRPr lang="en-US"/>
        </a:p>
      </dgm:t>
    </dgm:pt>
    <dgm:pt modelId="{62F319F6-8DC9-4726-AFB1-4996D6963DF4}" type="sibTrans" cxnId="{F97451B9-6FBD-4684-A952-C61819C0DABA}">
      <dgm:prSet/>
      <dgm:spPr/>
      <dgm:t>
        <a:bodyPr/>
        <a:lstStyle/>
        <a:p>
          <a:endParaRPr lang="en-US"/>
        </a:p>
      </dgm:t>
    </dgm:pt>
    <dgm:pt modelId="{7FFC4463-51E6-4F62-B594-E158270ED01E}" type="pres">
      <dgm:prSet presAssocID="{51F45138-7532-43AD-BD02-BF6F1483774E}" presName="outerComposite" presStyleCnt="0">
        <dgm:presLayoutVars>
          <dgm:chMax val="5"/>
          <dgm:dir/>
          <dgm:resizeHandles val="exact"/>
        </dgm:presLayoutVars>
      </dgm:prSet>
      <dgm:spPr/>
    </dgm:pt>
    <dgm:pt modelId="{9A84B79D-0F28-471F-B846-774DBE89B97D}" type="pres">
      <dgm:prSet presAssocID="{51F45138-7532-43AD-BD02-BF6F1483774E}" presName="dummyMaxCanvas" presStyleCnt="0">
        <dgm:presLayoutVars/>
      </dgm:prSet>
      <dgm:spPr/>
    </dgm:pt>
    <dgm:pt modelId="{2A92881C-BEAB-4BB5-BE6C-477D7D8252B5}" type="pres">
      <dgm:prSet presAssocID="{51F45138-7532-43AD-BD02-BF6F1483774E}" presName="TwoNodes_1" presStyleLbl="node1" presStyleIdx="0" presStyleCnt="2">
        <dgm:presLayoutVars>
          <dgm:bulletEnabled val="1"/>
        </dgm:presLayoutVars>
      </dgm:prSet>
      <dgm:spPr/>
    </dgm:pt>
    <dgm:pt modelId="{B27D8ACC-7C76-43B9-82F6-7E7BE043E595}" type="pres">
      <dgm:prSet presAssocID="{51F45138-7532-43AD-BD02-BF6F1483774E}" presName="TwoNodes_2" presStyleLbl="node1" presStyleIdx="1" presStyleCnt="2">
        <dgm:presLayoutVars>
          <dgm:bulletEnabled val="1"/>
        </dgm:presLayoutVars>
      </dgm:prSet>
      <dgm:spPr/>
    </dgm:pt>
    <dgm:pt modelId="{FABF8C7C-13D7-4B8C-8966-6B877671256A}" type="pres">
      <dgm:prSet presAssocID="{51F45138-7532-43AD-BD02-BF6F1483774E}" presName="TwoConn_1-2" presStyleLbl="fgAccFollowNode1" presStyleIdx="0" presStyleCnt="1">
        <dgm:presLayoutVars>
          <dgm:bulletEnabled val="1"/>
        </dgm:presLayoutVars>
      </dgm:prSet>
      <dgm:spPr/>
    </dgm:pt>
    <dgm:pt modelId="{D2A2A6A8-8643-451B-956B-1275A251303A}" type="pres">
      <dgm:prSet presAssocID="{51F45138-7532-43AD-BD02-BF6F1483774E}" presName="TwoNodes_1_text" presStyleLbl="node1" presStyleIdx="1" presStyleCnt="2">
        <dgm:presLayoutVars>
          <dgm:bulletEnabled val="1"/>
        </dgm:presLayoutVars>
      </dgm:prSet>
      <dgm:spPr/>
    </dgm:pt>
    <dgm:pt modelId="{5FEB7892-F706-43C6-A0B2-0221AF2EAD37}" type="pres">
      <dgm:prSet presAssocID="{51F45138-7532-43AD-BD02-BF6F1483774E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28D6140A-43EA-4145-AC3F-BFDE6189C12F}" srcId="{51F45138-7532-43AD-BD02-BF6F1483774E}" destId="{CD4B28A4-2FD9-40C7-BBFD-C63F3DBC3CB0}" srcOrd="0" destOrd="0" parTransId="{C31AB6FB-ADD1-4381-B0A1-46769C4D27B9}" sibTransId="{69A936EE-5BC7-485D-A526-6C88916C49B8}"/>
    <dgm:cxn modelId="{8864CB13-6CC3-4A75-A906-F8722305B03B}" type="presOf" srcId="{A1AF7531-5FD5-48D6-B71F-57931D151710}" destId="{D2A2A6A8-8643-451B-956B-1275A251303A}" srcOrd="1" destOrd="1" presId="urn:microsoft.com/office/officeart/2005/8/layout/vProcess5"/>
    <dgm:cxn modelId="{683DEB16-F8C2-48E7-A752-F2FB9A38ABD6}" type="presOf" srcId="{2B315527-60B4-4CA3-8757-61D2DA2D32AC}" destId="{2A92881C-BEAB-4BB5-BE6C-477D7D8252B5}" srcOrd="0" destOrd="2" presId="urn:microsoft.com/office/officeart/2005/8/layout/vProcess5"/>
    <dgm:cxn modelId="{5176C93B-33FB-4A14-8294-F5D5227D0359}" type="presOf" srcId="{CD4B28A4-2FD9-40C7-BBFD-C63F3DBC3CB0}" destId="{2A92881C-BEAB-4BB5-BE6C-477D7D8252B5}" srcOrd="0" destOrd="0" presId="urn:microsoft.com/office/officeart/2005/8/layout/vProcess5"/>
    <dgm:cxn modelId="{C8044D5D-14C1-474B-9DB9-F543657FF020}" type="presOf" srcId="{CA620422-FECC-4B28-983B-4AD2AF4644FF}" destId="{5FEB7892-F706-43C6-A0B2-0221AF2EAD37}" srcOrd="1" destOrd="0" presId="urn:microsoft.com/office/officeart/2005/8/layout/vProcess5"/>
    <dgm:cxn modelId="{CE157B68-5C77-4373-806E-8757B0EB9BC5}" srcId="{CD4B28A4-2FD9-40C7-BBFD-C63F3DBC3CB0}" destId="{A1AF7531-5FD5-48D6-B71F-57931D151710}" srcOrd="0" destOrd="0" parTransId="{C65EE4FA-7BCD-44D0-9483-27665D0A439B}" sibTransId="{6ABB16B0-6359-4097-9AD5-372E544E662B}"/>
    <dgm:cxn modelId="{C28F3D50-570F-49C9-A86C-412374007F3C}" type="presOf" srcId="{A1AF7531-5FD5-48D6-B71F-57931D151710}" destId="{2A92881C-BEAB-4BB5-BE6C-477D7D8252B5}" srcOrd="0" destOrd="1" presId="urn:microsoft.com/office/officeart/2005/8/layout/vProcess5"/>
    <dgm:cxn modelId="{6BA7C28C-F243-4DFC-8B10-6E62168E969C}" type="presOf" srcId="{CD4B28A4-2FD9-40C7-BBFD-C63F3DBC3CB0}" destId="{D2A2A6A8-8643-451B-956B-1275A251303A}" srcOrd="1" destOrd="0" presId="urn:microsoft.com/office/officeart/2005/8/layout/vProcess5"/>
    <dgm:cxn modelId="{D03EEA9F-A6CE-4C2E-8451-B35CD746002C}" type="presOf" srcId="{51F45138-7532-43AD-BD02-BF6F1483774E}" destId="{7FFC4463-51E6-4F62-B594-E158270ED01E}" srcOrd="0" destOrd="0" presId="urn:microsoft.com/office/officeart/2005/8/layout/vProcess5"/>
    <dgm:cxn modelId="{F97451B9-6FBD-4684-A952-C61819C0DABA}" srcId="{51F45138-7532-43AD-BD02-BF6F1483774E}" destId="{CA620422-FECC-4B28-983B-4AD2AF4644FF}" srcOrd="1" destOrd="0" parTransId="{29A3D9FD-F987-4DE5-93B0-4BDB8FD6AEF5}" sibTransId="{62F319F6-8DC9-4726-AFB1-4996D6963DF4}"/>
    <dgm:cxn modelId="{9397F7C3-4F98-4B5D-9EDB-EE1F1D85BBD8}" type="presOf" srcId="{CA620422-FECC-4B28-983B-4AD2AF4644FF}" destId="{B27D8ACC-7C76-43B9-82F6-7E7BE043E595}" srcOrd="0" destOrd="0" presId="urn:microsoft.com/office/officeart/2005/8/layout/vProcess5"/>
    <dgm:cxn modelId="{EF7C99C4-EE93-4BAB-B8DD-F3579FC70615}" srcId="{CD4B28A4-2FD9-40C7-BBFD-C63F3DBC3CB0}" destId="{2B315527-60B4-4CA3-8757-61D2DA2D32AC}" srcOrd="1" destOrd="0" parTransId="{CE062FBD-22B5-41BA-B4A4-CB7DB3DF25A2}" sibTransId="{97D4988D-81F3-463C-88AE-1B683F0EEADD}"/>
    <dgm:cxn modelId="{DD8619DB-3E52-4C0D-A9BB-3E206A393614}" type="presOf" srcId="{69A936EE-5BC7-485D-A526-6C88916C49B8}" destId="{FABF8C7C-13D7-4B8C-8966-6B877671256A}" srcOrd="0" destOrd="0" presId="urn:microsoft.com/office/officeart/2005/8/layout/vProcess5"/>
    <dgm:cxn modelId="{5CC325EC-FCF4-4751-ADB3-779A133FF163}" type="presOf" srcId="{2B315527-60B4-4CA3-8757-61D2DA2D32AC}" destId="{D2A2A6A8-8643-451B-956B-1275A251303A}" srcOrd="1" destOrd="2" presId="urn:microsoft.com/office/officeart/2005/8/layout/vProcess5"/>
    <dgm:cxn modelId="{5FDA167C-403E-42C3-A699-CF24BC2FC910}" type="presParOf" srcId="{7FFC4463-51E6-4F62-B594-E158270ED01E}" destId="{9A84B79D-0F28-471F-B846-774DBE89B97D}" srcOrd="0" destOrd="0" presId="urn:microsoft.com/office/officeart/2005/8/layout/vProcess5"/>
    <dgm:cxn modelId="{B1649828-014A-4819-8A15-36120A896D33}" type="presParOf" srcId="{7FFC4463-51E6-4F62-B594-E158270ED01E}" destId="{2A92881C-BEAB-4BB5-BE6C-477D7D8252B5}" srcOrd="1" destOrd="0" presId="urn:microsoft.com/office/officeart/2005/8/layout/vProcess5"/>
    <dgm:cxn modelId="{2277D591-2771-4C14-AC6D-3105F5725772}" type="presParOf" srcId="{7FFC4463-51E6-4F62-B594-E158270ED01E}" destId="{B27D8ACC-7C76-43B9-82F6-7E7BE043E595}" srcOrd="2" destOrd="0" presId="urn:microsoft.com/office/officeart/2005/8/layout/vProcess5"/>
    <dgm:cxn modelId="{79E84074-CAA2-4588-87A3-FF4B305A27DE}" type="presParOf" srcId="{7FFC4463-51E6-4F62-B594-E158270ED01E}" destId="{FABF8C7C-13D7-4B8C-8966-6B877671256A}" srcOrd="3" destOrd="0" presId="urn:microsoft.com/office/officeart/2005/8/layout/vProcess5"/>
    <dgm:cxn modelId="{5AEE3BF5-CCC4-4B18-AE98-81A28D746D78}" type="presParOf" srcId="{7FFC4463-51E6-4F62-B594-E158270ED01E}" destId="{D2A2A6A8-8643-451B-956B-1275A251303A}" srcOrd="4" destOrd="0" presId="urn:microsoft.com/office/officeart/2005/8/layout/vProcess5"/>
    <dgm:cxn modelId="{247E6AE2-DEE2-48B5-A669-37DE4BF13D25}" type="presParOf" srcId="{7FFC4463-51E6-4F62-B594-E158270ED01E}" destId="{5FEB7892-F706-43C6-A0B2-0221AF2EAD37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E84C0E9-59F5-49B6-B465-F2FD025EAB7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BB9ACDD-8391-4102-8B59-5E2511A140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Unrealized P&amp;L</a:t>
          </a:r>
        </a:p>
      </dgm:t>
    </dgm:pt>
    <dgm:pt modelId="{06FD8C28-3EEA-4E1B-8E0F-D18FCF94C407}" type="parTrans" cxnId="{6F93BB0C-4308-4738-90E0-F40C33347D04}">
      <dgm:prSet/>
      <dgm:spPr/>
      <dgm:t>
        <a:bodyPr/>
        <a:lstStyle/>
        <a:p>
          <a:endParaRPr lang="en-US"/>
        </a:p>
      </dgm:t>
    </dgm:pt>
    <dgm:pt modelId="{3745EAAF-46F0-4403-8FAC-79B5320564BF}" type="sibTrans" cxnId="{6F93BB0C-4308-4738-90E0-F40C33347D04}">
      <dgm:prSet/>
      <dgm:spPr/>
      <dgm:t>
        <a:bodyPr/>
        <a:lstStyle/>
        <a:p>
          <a:endParaRPr lang="en-US"/>
        </a:p>
      </dgm:t>
    </dgm:pt>
    <dgm:pt modelId="{EDF9867F-90FD-4611-92AA-FBA84FD25B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You still own the shares</a:t>
          </a:r>
        </a:p>
      </dgm:t>
    </dgm:pt>
    <dgm:pt modelId="{7634C61C-EFEA-42B3-BA2C-A2A3E80A7283}" type="parTrans" cxnId="{9679A238-F363-40B4-88DC-9351CBE0ED0E}">
      <dgm:prSet/>
      <dgm:spPr/>
      <dgm:t>
        <a:bodyPr/>
        <a:lstStyle/>
        <a:p>
          <a:endParaRPr lang="en-US"/>
        </a:p>
      </dgm:t>
    </dgm:pt>
    <dgm:pt modelId="{C9AC4307-EE8F-434B-BB03-2084E526AC74}" type="sibTrans" cxnId="{9679A238-F363-40B4-88DC-9351CBE0ED0E}">
      <dgm:prSet/>
      <dgm:spPr/>
      <dgm:t>
        <a:bodyPr/>
        <a:lstStyle/>
        <a:p>
          <a:endParaRPr lang="en-US"/>
        </a:p>
      </dgm:t>
    </dgm:pt>
    <dgm:pt modelId="{26B461A4-4C20-4493-8A8C-9697FA8BD9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Paper gains/losses</a:t>
          </a:r>
        </a:p>
      </dgm:t>
    </dgm:pt>
    <dgm:pt modelId="{53C3CC41-EA02-4692-A8E0-ABCEA6775D90}" type="parTrans" cxnId="{B23A16AC-CD48-490E-9D2B-15836DF42505}">
      <dgm:prSet/>
      <dgm:spPr/>
      <dgm:t>
        <a:bodyPr/>
        <a:lstStyle/>
        <a:p>
          <a:endParaRPr lang="en-US"/>
        </a:p>
      </dgm:t>
    </dgm:pt>
    <dgm:pt modelId="{5ECC24A2-1E74-467C-B029-49DE96F039F5}" type="sibTrans" cxnId="{B23A16AC-CD48-490E-9D2B-15836DF42505}">
      <dgm:prSet/>
      <dgm:spPr/>
      <dgm:t>
        <a:bodyPr/>
        <a:lstStyle/>
        <a:p>
          <a:endParaRPr lang="en-US"/>
        </a:p>
      </dgm:t>
    </dgm:pt>
    <dgm:pt modelId="{5372410E-046E-4D1C-A00A-B6B836A29C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Changes every second</a:t>
          </a:r>
        </a:p>
      </dgm:t>
    </dgm:pt>
    <dgm:pt modelId="{502B4CDB-F8F4-46BF-ACEC-DC2EA295DB44}" type="parTrans" cxnId="{21CDF6FB-D35D-4FBF-A32D-95B74D5E0F81}">
      <dgm:prSet/>
      <dgm:spPr/>
      <dgm:t>
        <a:bodyPr/>
        <a:lstStyle/>
        <a:p>
          <a:endParaRPr lang="en-US"/>
        </a:p>
      </dgm:t>
    </dgm:pt>
    <dgm:pt modelId="{C7E171A6-D523-4F3C-B826-5D561453DBA3}" type="sibTrans" cxnId="{21CDF6FB-D35D-4FBF-A32D-95B74D5E0F81}">
      <dgm:prSet/>
      <dgm:spPr/>
      <dgm:t>
        <a:bodyPr/>
        <a:lstStyle/>
        <a:p>
          <a:endParaRPr lang="en-US"/>
        </a:p>
      </dgm:t>
    </dgm:pt>
    <dgm:pt modelId="{34BE8021-9E7F-460E-9A99-21B5FAFDC6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Not </a:t>
          </a:r>
          <a:r>
            <a:rPr lang="en-US" i="1" dirty="0"/>
            <a:t>re</a:t>
          </a:r>
          <a:r>
            <a:rPr lang="en-US" i="0" dirty="0"/>
            <a:t>al</a:t>
          </a:r>
          <a:r>
            <a:rPr lang="en-US" dirty="0"/>
            <a:t> until you sell</a:t>
          </a:r>
        </a:p>
      </dgm:t>
    </dgm:pt>
    <dgm:pt modelId="{4DB5F481-EACC-49B0-A606-B01F05506274}" type="parTrans" cxnId="{3AC95A3F-99C5-4A85-A5B9-E3E4A1ACAACA}">
      <dgm:prSet/>
      <dgm:spPr/>
      <dgm:t>
        <a:bodyPr/>
        <a:lstStyle/>
        <a:p>
          <a:endParaRPr lang="en-US"/>
        </a:p>
      </dgm:t>
    </dgm:pt>
    <dgm:pt modelId="{436FC433-2504-4055-9594-26373A3A4826}" type="sibTrans" cxnId="{3AC95A3F-99C5-4A85-A5B9-E3E4A1ACAACA}">
      <dgm:prSet/>
      <dgm:spPr/>
      <dgm:t>
        <a:bodyPr/>
        <a:lstStyle/>
        <a:p>
          <a:endParaRPr lang="en-US"/>
        </a:p>
      </dgm:t>
    </dgm:pt>
    <dgm:pt modelId="{031EA407-9232-4BDC-9CFC-6C9333E14E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Realized P&amp;L</a:t>
          </a:r>
        </a:p>
      </dgm:t>
    </dgm:pt>
    <dgm:pt modelId="{707A82A7-9712-460A-89CD-4BDC861D6443}" type="parTrans" cxnId="{74B2A41E-4EBE-448D-B5D5-C8E4E64B1BBC}">
      <dgm:prSet/>
      <dgm:spPr/>
      <dgm:t>
        <a:bodyPr/>
        <a:lstStyle/>
        <a:p>
          <a:endParaRPr lang="en-US"/>
        </a:p>
      </dgm:t>
    </dgm:pt>
    <dgm:pt modelId="{A951E691-80C5-4F10-8CC2-519F4EB4F826}" type="sibTrans" cxnId="{74B2A41E-4EBE-448D-B5D5-C8E4E64B1BBC}">
      <dgm:prSet/>
      <dgm:spPr/>
      <dgm:t>
        <a:bodyPr/>
        <a:lstStyle/>
        <a:p>
          <a:endParaRPr lang="en-US"/>
        </a:p>
      </dgm:t>
    </dgm:pt>
    <dgm:pt modelId="{37AD9809-C352-4E67-8E2A-46EDB1DD56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You close the position</a:t>
          </a:r>
        </a:p>
      </dgm:t>
    </dgm:pt>
    <dgm:pt modelId="{F1FB6F3A-33EA-421B-92F1-C4894AE2BE0D}" type="parTrans" cxnId="{ABF9BDAD-D1F6-42E5-93AD-C1E9E5DFDDD9}">
      <dgm:prSet/>
      <dgm:spPr/>
      <dgm:t>
        <a:bodyPr/>
        <a:lstStyle/>
        <a:p>
          <a:endParaRPr lang="en-US"/>
        </a:p>
      </dgm:t>
    </dgm:pt>
    <dgm:pt modelId="{DB7DA7C4-6029-497F-A7D7-BFFD5655B487}" type="sibTrans" cxnId="{ABF9BDAD-D1F6-42E5-93AD-C1E9E5DFDDD9}">
      <dgm:prSet/>
      <dgm:spPr/>
      <dgm:t>
        <a:bodyPr/>
        <a:lstStyle/>
        <a:p>
          <a:endParaRPr lang="en-US"/>
        </a:p>
      </dgm:t>
    </dgm:pt>
    <dgm:pt modelId="{499593D7-2489-4C3A-99CD-9646CC7392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Money in/out of account</a:t>
          </a:r>
        </a:p>
      </dgm:t>
    </dgm:pt>
    <dgm:pt modelId="{601BC841-9872-41C7-B34E-346508F96045}" type="parTrans" cxnId="{BDF0FC85-9D12-40BD-A9CD-FBD10486383F}">
      <dgm:prSet/>
      <dgm:spPr/>
      <dgm:t>
        <a:bodyPr/>
        <a:lstStyle/>
        <a:p>
          <a:endParaRPr lang="en-US"/>
        </a:p>
      </dgm:t>
    </dgm:pt>
    <dgm:pt modelId="{6E777A0D-A3E3-4B99-99BD-B6EE472CBE56}" type="sibTrans" cxnId="{BDF0FC85-9D12-40BD-A9CD-FBD10486383F}">
      <dgm:prSet/>
      <dgm:spPr/>
      <dgm:t>
        <a:bodyPr/>
        <a:lstStyle/>
        <a:p>
          <a:endParaRPr lang="en-US"/>
        </a:p>
      </dgm:t>
    </dgm:pt>
    <dgm:pt modelId="{553620B4-678B-438F-9BC1-D6E88A3E3A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Fixed forever</a:t>
          </a:r>
        </a:p>
      </dgm:t>
    </dgm:pt>
    <dgm:pt modelId="{E08FE1BF-5568-4FFF-A16C-DACBDBE37A48}" type="parTrans" cxnId="{9DC43379-7E4E-45D1-A740-E30449AC40D0}">
      <dgm:prSet/>
      <dgm:spPr/>
      <dgm:t>
        <a:bodyPr/>
        <a:lstStyle/>
        <a:p>
          <a:endParaRPr lang="en-US"/>
        </a:p>
      </dgm:t>
    </dgm:pt>
    <dgm:pt modelId="{D56DB024-5EA8-4991-B776-ED5A8916E86B}" type="sibTrans" cxnId="{9DC43379-7E4E-45D1-A740-E30449AC40D0}">
      <dgm:prSet/>
      <dgm:spPr/>
      <dgm:t>
        <a:bodyPr/>
        <a:lstStyle/>
        <a:p>
          <a:endParaRPr lang="en-US"/>
        </a:p>
      </dgm:t>
    </dgm:pt>
    <dgm:pt modelId="{931B2A12-453A-4BE8-AF08-D2C878E5C6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Real money</a:t>
          </a:r>
        </a:p>
      </dgm:t>
    </dgm:pt>
    <dgm:pt modelId="{14D9C465-6B8D-4247-A1E6-15A90C754BB1}" type="parTrans" cxnId="{73D97164-C913-4EB5-87E4-B3ED3999B981}">
      <dgm:prSet/>
      <dgm:spPr/>
      <dgm:t>
        <a:bodyPr/>
        <a:lstStyle/>
        <a:p>
          <a:endParaRPr lang="en-US"/>
        </a:p>
      </dgm:t>
    </dgm:pt>
    <dgm:pt modelId="{6330C25F-055F-48BE-83BA-46E57F5533DA}" type="sibTrans" cxnId="{73D97164-C913-4EB5-87E4-B3ED3999B981}">
      <dgm:prSet/>
      <dgm:spPr/>
      <dgm:t>
        <a:bodyPr/>
        <a:lstStyle/>
        <a:p>
          <a:endParaRPr lang="en-US"/>
        </a:p>
      </dgm:t>
    </dgm:pt>
    <dgm:pt modelId="{E2E7A7C6-D860-414B-B5ED-9F9A545659DA}" type="pres">
      <dgm:prSet presAssocID="{5E84C0E9-59F5-49B6-B465-F2FD025EAB71}" presName="root" presStyleCnt="0">
        <dgm:presLayoutVars>
          <dgm:dir/>
          <dgm:resizeHandles val="exact"/>
        </dgm:presLayoutVars>
      </dgm:prSet>
      <dgm:spPr/>
    </dgm:pt>
    <dgm:pt modelId="{60D29264-D66A-491D-8C53-2D27EAC8CE1E}" type="pres">
      <dgm:prSet presAssocID="{3BB9ACDD-8391-4102-8B59-5E2511A1408D}" presName="compNode" presStyleCnt="0"/>
      <dgm:spPr/>
    </dgm:pt>
    <dgm:pt modelId="{747B475A-516B-499F-80CB-0BFB5AD38514}" type="pres">
      <dgm:prSet presAssocID="{3BB9ACDD-8391-4102-8B59-5E2511A1408D}" presName="bgRect" presStyleLbl="bgShp" presStyleIdx="0" presStyleCnt="2"/>
      <dgm:spPr/>
    </dgm:pt>
    <dgm:pt modelId="{50FF2E33-CF2F-486B-ABCA-73B8F85A2D36}" type="pres">
      <dgm:prSet presAssocID="{3BB9ACDD-8391-4102-8B59-5E2511A1408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4BDDC453-4E84-407E-AE0A-FE29D5EDAC9D}" type="pres">
      <dgm:prSet presAssocID="{3BB9ACDD-8391-4102-8B59-5E2511A1408D}" presName="spaceRect" presStyleCnt="0"/>
      <dgm:spPr/>
    </dgm:pt>
    <dgm:pt modelId="{6E198BCD-6C7C-4AA0-97FD-484422B4FF14}" type="pres">
      <dgm:prSet presAssocID="{3BB9ACDD-8391-4102-8B59-5E2511A1408D}" presName="parTx" presStyleLbl="revTx" presStyleIdx="0" presStyleCnt="4">
        <dgm:presLayoutVars>
          <dgm:chMax val="0"/>
          <dgm:chPref val="0"/>
        </dgm:presLayoutVars>
      </dgm:prSet>
      <dgm:spPr/>
    </dgm:pt>
    <dgm:pt modelId="{590E116E-76FC-4431-B900-EAD20218A520}" type="pres">
      <dgm:prSet presAssocID="{3BB9ACDD-8391-4102-8B59-5E2511A1408D}" presName="desTx" presStyleLbl="revTx" presStyleIdx="1" presStyleCnt="4">
        <dgm:presLayoutVars/>
      </dgm:prSet>
      <dgm:spPr/>
    </dgm:pt>
    <dgm:pt modelId="{70ED1DA4-09FC-4886-8588-1F2FBD7448BA}" type="pres">
      <dgm:prSet presAssocID="{3745EAAF-46F0-4403-8FAC-79B5320564BF}" presName="sibTrans" presStyleCnt="0"/>
      <dgm:spPr/>
    </dgm:pt>
    <dgm:pt modelId="{41136E9B-1866-427E-B906-FA44D4BE6551}" type="pres">
      <dgm:prSet presAssocID="{031EA407-9232-4BDC-9CFC-6C9333E14E5B}" presName="compNode" presStyleCnt="0"/>
      <dgm:spPr/>
    </dgm:pt>
    <dgm:pt modelId="{D738BCAE-5B07-464B-89E6-45C038567ED2}" type="pres">
      <dgm:prSet presAssocID="{031EA407-9232-4BDC-9CFC-6C9333E14E5B}" presName="bgRect" presStyleLbl="bgShp" presStyleIdx="1" presStyleCnt="2"/>
      <dgm:spPr/>
    </dgm:pt>
    <dgm:pt modelId="{A98EA448-B559-4024-89AB-FF8FA2B62429}" type="pres">
      <dgm:prSet presAssocID="{031EA407-9232-4BDC-9CFC-6C9333E14E5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3BD58619-BB1D-43C5-9BBC-FB474FEEFE62}" type="pres">
      <dgm:prSet presAssocID="{031EA407-9232-4BDC-9CFC-6C9333E14E5B}" presName="spaceRect" presStyleCnt="0"/>
      <dgm:spPr/>
    </dgm:pt>
    <dgm:pt modelId="{CDC8A262-E08B-43E2-B6ED-080478156724}" type="pres">
      <dgm:prSet presAssocID="{031EA407-9232-4BDC-9CFC-6C9333E14E5B}" presName="parTx" presStyleLbl="revTx" presStyleIdx="2" presStyleCnt="4">
        <dgm:presLayoutVars>
          <dgm:chMax val="0"/>
          <dgm:chPref val="0"/>
        </dgm:presLayoutVars>
      </dgm:prSet>
      <dgm:spPr/>
    </dgm:pt>
    <dgm:pt modelId="{BFA0D0EA-6685-41F6-96DB-FF8B6F05C229}" type="pres">
      <dgm:prSet presAssocID="{031EA407-9232-4BDC-9CFC-6C9333E14E5B}" presName="desTx" presStyleLbl="revTx" presStyleIdx="3" presStyleCnt="4">
        <dgm:presLayoutVars/>
      </dgm:prSet>
      <dgm:spPr/>
    </dgm:pt>
  </dgm:ptLst>
  <dgm:cxnLst>
    <dgm:cxn modelId="{6F93BB0C-4308-4738-90E0-F40C33347D04}" srcId="{5E84C0E9-59F5-49B6-B465-F2FD025EAB71}" destId="{3BB9ACDD-8391-4102-8B59-5E2511A1408D}" srcOrd="0" destOrd="0" parTransId="{06FD8C28-3EEA-4E1B-8E0F-D18FCF94C407}" sibTransId="{3745EAAF-46F0-4403-8FAC-79B5320564BF}"/>
    <dgm:cxn modelId="{74B2A41E-4EBE-448D-B5D5-C8E4E64B1BBC}" srcId="{5E84C0E9-59F5-49B6-B465-F2FD025EAB71}" destId="{031EA407-9232-4BDC-9CFC-6C9333E14E5B}" srcOrd="1" destOrd="0" parTransId="{707A82A7-9712-460A-89CD-4BDC861D6443}" sibTransId="{A951E691-80C5-4F10-8CC2-519F4EB4F826}"/>
    <dgm:cxn modelId="{9679A238-F363-40B4-88DC-9351CBE0ED0E}" srcId="{3BB9ACDD-8391-4102-8B59-5E2511A1408D}" destId="{EDF9867F-90FD-4611-92AA-FBA84FD25B6D}" srcOrd="0" destOrd="0" parTransId="{7634C61C-EFEA-42B3-BA2C-A2A3E80A7283}" sibTransId="{C9AC4307-EE8F-434B-BB03-2084E526AC74}"/>
    <dgm:cxn modelId="{3AC95A3F-99C5-4A85-A5B9-E3E4A1ACAACA}" srcId="{3BB9ACDD-8391-4102-8B59-5E2511A1408D}" destId="{34BE8021-9E7F-460E-9A99-21B5FAFDC62D}" srcOrd="3" destOrd="0" parTransId="{4DB5F481-EACC-49B0-A606-B01F05506274}" sibTransId="{436FC433-2504-4055-9594-26373A3A4826}"/>
    <dgm:cxn modelId="{73D97164-C913-4EB5-87E4-B3ED3999B981}" srcId="{031EA407-9232-4BDC-9CFC-6C9333E14E5B}" destId="{931B2A12-453A-4BE8-AF08-D2C878E5C689}" srcOrd="3" destOrd="0" parTransId="{14D9C465-6B8D-4247-A1E6-15A90C754BB1}" sibTransId="{6330C25F-055F-48BE-83BA-46E57F5533DA}"/>
    <dgm:cxn modelId="{E2A5B547-73F6-47E1-AD53-95EBBDBBDE0D}" type="presOf" srcId="{031EA407-9232-4BDC-9CFC-6C9333E14E5B}" destId="{CDC8A262-E08B-43E2-B6ED-080478156724}" srcOrd="0" destOrd="0" presId="urn:microsoft.com/office/officeart/2018/2/layout/IconVerticalSolidList"/>
    <dgm:cxn modelId="{E6204B72-B8A3-41E2-B6D2-F31F7DCCDD10}" type="presOf" srcId="{5372410E-046E-4D1C-A00A-B6B836A29C47}" destId="{590E116E-76FC-4431-B900-EAD20218A520}" srcOrd="0" destOrd="2" presId="urn:microsoft.com/office/officeart/2018/2/layout/IconVerticalSolidList"/>
    <dgm:cxn modelId="{662F8655-0154-40BC-8365-A20E239E5C85}" type="presOf" srcId="{931B2A12-453A-4BE8-AF08-D2C878E5C689}" destId="{BFA0D0EA-6685-41F6-96DB-FF8B6F05C229}" srcOrd="0" destOrd="3" presId="urn:microsoft.com/office/officeart/2018/2/layout/IconVerticalSolidList"/>
    <dgm:cxn modelId="{4B7EDC55-F712-4023-8A4F-39AE5029D3E9}" type="presOf" srcId="{EDF9867F-90FD-4611-92AA-FBA84FD25B6D}" destId="{590E116E-76FC-4431-B900-EAD20218A520}" srcOrd="0" destOrd="0" presId="urn:microsoft.com/office/officeart/2018/2/layout/IconVerticalSolidList"/>
    <dgm:cxn modelId="{E5516D56-CBBA-4C8D-8766-A76014D0193E}" type="presOf" srcId="{37AD9809-C352-4E67-8E2A-46EDB1DD56C9}" destId="{BFA0D0EA-6685-41F6-96DB-FF8B6F05C229}" srcOrd="0" destOrd="0" presId="urn:microsoft.com/office/officeart/2018/2/layout/IconVerticalSolidList"/>
    <dgm:cxn modelId="{9DC43379-7E4E-45D1-A740-E30449AC40D0}" srcId="{031EA407-9232-4BDC-9CFC-6C9333E14E5B}" destId="{553620B4-678B-438F-9BC1-D6E88A3E3AF2}" srcOrd="2" destOrd="0" parTransId="{E08FE1BF-5568-4FFF-A16C-DACBDBE37A48}" sibTransId="{D56DB024-5EA8-4991-B776-ED5A8916E86B}"/>
    <dgm:cxn modelId="{BDF0FC85-9D12-40BD-A9CD-FBD10486383F}" srcId="{031EA407-9232-4BDC-9CFC-6C9333E14E5B}" destId="{499593D7-2489-4C3A-99CD-9646CC7392C7}" srcOrd="1" destOrd="0" parTransId="{601BC841-9872-41C7-B34E-346508F96045}" sibTransId="{6E777A0D-A3E3-4B99-99BD-B6EE472CBE56}"/>
    <dgm:cxn modelId="{34FA6287-4593-429B-A0F0-FF2639EFEB13}" type="presOf" srcId="{26B461A4-4C20-4493-8A8C-9697FA8BD957}" destId="{590E116E-76FC-4431-B900-EAD20218A520}" srcOrd="0" destOrd="1" presId="urn:microsoft.com/office/officeart/2018/2/layout/IconVerticalSolidList"/>
    <dgm:cxn modelId="{29C9F18E-474B-4AB2-A11D-5F876CBCBD0F}" type="presOf" srcId="{553620B4-678B-438F-9BC1-D6E88A3E3AF2}" destId="{BFA0D0EA-6685-41F6-96DB-FF8B6F05C229}" srcOrd="0" destOrd="2" presId="urn:microsoft.com/office/officeart/2018/2/layout/IconVerticalSolidList"/>
    <dgm:cxn modelId="{B0909E91-2E1B-4A01-9F7C-E0F7B12A498E}" type="presOf" srcId="{34BE8021-9E7F-460E-9A99-21B5FAFDC62D}" destId="{590E116E-76FC-4431-B900-EAD20218A520}" srcOrd="0" destOrd="3" presId="urn:microsoft.com/office/officeart/2018/2/layout/IconVerticalSolidList"/>
    <dgm:cxn modelId="{B23A16AC-CD48-490E-9D2B-15836DF42505}" srcId="{3BB9ACDD-8391-4102-8B59-5E2511A1408D}" destId="{26B461A4-4C20-4493-8A8C-9697FA8BD957}" srcOrd="1" destOrd="0" parTransId="{53C3CC41-EA02-4692-A8E0-ABCEA6775D90}" sibTransId="{5ECC24A2-1E74-467C-B029-49DE96F039F5}"/>
    <dgm:cxn modelId="{ABF9BDAD-D1F6-42E5-93AD-C1E9E5DFDDD9}" srcId="{031EA407-9232-4BDC-9CFC-6C9333E14E5B}" destId="{37AD9809-C352-4E67-8E2A-46EDB1DD56C9}" srcOrd="0" destOrd="0" parTransId="{F1FB6F3A-33EA-421B-92F1-C4894AE2BE0D}" sibTransId="{DB7DA7C4-6029-497F-A7D7-BFFD5655B487}"/>
    <dgm:cxn modelId="{BDE01BDA-0826-4F21-93D4-426A4D80C14E}" type="presOf" srcId="{3BB9ACDD-8391-4102-8B59-5E2511A1408D}" destId="{6E198BCD-6C7C-4AA0-97FD-484422B4FF14}" srcOrd="0" destOrd="0" presId="urn:microsoft.com/office/officeart/2018/2/layout/IconVerticalSolidList"/>
    <dgm:cxn modelId="{CB3B8EEB-881E-4795-935C-60547CB2D416}" type="presOf" srcId="{5E84C0E9-59F5-49B6-B465-F2FD025EAB71}" destId="{E2E7A7C6-D860-414B-B5ED-9F9A545659DA}" srcOrd="0" destOrd="0" presId="urn:microsoft.com/office/officeart/2018/2/layout/IconVerticalSolidList"/>
    <dgm:cxn modelId="{66C2B6F5-2296-4448-A868-F9AFA88F9BD1}" type="presOf" srcId="{499593D7-2489-4C3A-99CD-9646CC7392C7}" destId="{BFA0D0EA-6685-41F6-96DB-FF8B6F05C229}" srcOrd="0" destOrd="1" presId="urn:microsoft.com/office/officeart/2018/2/layout/IconVerticalSolidList"/>
    <dgm:cxn modelId="{21CDF6FB-D35D-4FBF-A32D-95B74D5E0F81}" srcId="{3BB9ACDD-8391-4102-8B59-5E2511A1408D}" destId="{5372410E-046E-4D1C-A00A-B6B836A29C47}" srcOrd="2" destOrd="0" parTransId="{502B4CDB-F8F4-46BF-ACEC-DC2EA295DB44}" sibTransId="{C7E171A6-D523-4F3C-B826-5D561453DBA3}"/>
    <dgm:cxn modelId="{80E4266C-1DA7-44D6-B799-E7E6346F0110}" type="presParOf" srcId="{E2E7A7C6-D860-414B-B5ED-9F9A545659DA}" destId="{60D29264-D66A-491D-8C53-2D27EAC8CE1E}" srcOrd="0" destOrd="0" presId="urn:microsoft.com/office/officeart/2018/2/layout/IconVerticalSolidList"/>
    <dgm:cxn modelId="{CFFBB5F5-E627-43BF-9D9F-3AC9B2ED0E7C}" type="presParOf" srcId="{60D29264-D66A-491D-8C53-2D27EAC8CE1E}" destId="{747B475A-516B-499F-80CB-0BFB5AD38514}" srcOrd="0" destOrd="0" presId="urn:microsoft.com/office/officeart/2018/2/layout/IconVerticalSolidList"/>
    <dgm:cxn modelId="{91F1C9A3-E25A-413F-B2C6-4339579B32B3}" type="presParOf" srcId="{60D29264-D66A-491D-8C53-2D27EAC8CE1E}" destId="{50FF2E33-CF2F-486B-ABCA-73B8F85A2D36}" srcOrd="1" destOrd="0" presId="urn:microsoft.com/office/officeart/2018/2/layout/IconVerticalSolidList"/>
    <dgm:cxn modelId="{E6BCC406-2C43-4234-89CD-5D2EE1C54811}" type="presParOf" srcId="{60D29264-D66A-491D-8C53-2D27EAC8CE1E}" destId="{4BDDC453-4E84-407E-AE0A-FE29D5EDAC9D}" srcOrd="2" destOrd="0" presId="urn:microsoft.com/office/officeart/2018/2/layout/IconVerticalSolidList"/>
    <dgm:cxn modelId="{21F22DCD-C865-4E37-8471-7907B57B4EB9}" type="presParOf" srcId="{60D29264-D66A-491D-8C53-2D27EAC8CE1E}" destId="{6E198BCD-6C7C-4AA0-97FD-484422B4FF14}" srcOrd="3" destOrd="0" presId="urn:microsoft.com/office/officeart/2018/2/layout/IconVerticalSolidList"/>
    <dgm:cxn modelId="{D2916DE1-92E9-46AB-AEE8-20A4B663A503}" type="presParOf" srcId="{60D29264-D66A-491D-8C53-2D27EAC8CE1E}" destId="{590E116E-76FC-4431-B900-EAD20218A520}" srcOrd="4" destOrd="0" presId="urn:microsoft.com/office/officeart/2018/2/layout/IconVerticalSolidList"/>
    <dgm:cxn modelId="{4F646262-DAF7-4CA5-B2EE-D49E31A02345}" type="presParOf" srcId="{E2E7A7C6-D860-414B-B5ED-9F9A545659DA}" destId="{70ED1DA4-09FC-4886-8588-1F2FBD7448BA}" srcOrd="1" destOrd="0" presId="urn:microsoft.com/office/officeart/2018/2/layout/IconVerticalSolidList"/>
    <dgm:cxn modelId="{FD621995-BEFE-41DA-881F-D47F390E5D6B}" type="presParOf" srcId="{E2E7A7C6-D860-414B-B5ED-9F9A545659DA}" destId="{41136E9B-1866-427E-B906-FA44D4BE6551}" srcOrd="2" destOrd="0" presId="urn:microsoft.com/office/officeart/2018/2/layout/IconVerticalSolidList"/>
    <dgm:cxn modelId="{805C32FD-588A-425A-926A-51C3F89B4037}" type="presParOf" srcId="{41136E9B-1866-427E-B906-FA44D4BE6551}" destId="{D738BCAE-5B07-464B-89E6-45C038567ED2}" srcOrd="0" destOrd="0" presId="urn:microsoft.com/office/officeart/2018/2/layout/IconVerticalSolidList"/>
    <dgm:cxn modelId="{81510E7A-39A4-46BE-BF8D-14C85AE211C5}" type="presParOf" srcId="{41136E9B-1866-427E-B906-FA44D4BE6551}" destId="{A98EA448-B559-4024-89AB-FF8FA2B62429}" srcOrd="1" destOrd="0" presId="urn:microsoft.com/office/officeart/2018/2/layout/IconVerticalSolidList"/>
    <dgm:cxn modelId="{4BD4CEE8-F83B-403E-B69A-914A22972742}" type="presParOf" srcId="{41136E9B-1866-427E-B906-FA44D4BE6551}" destId="{3BD58619-BB1D-43C5-9BBC-FB474FEEFE62}" srcOrd="2" destOrd="0" presId="urn:microsoft.com/office/officeart/2018/2/layout/IconVerticalSolidList"/>
    <dgm:cxn modelId="{6895490B-A6E0-45F8-AA95-38B7BCBB59DF}" type="presParOf" srcId="{41136E9B-1866-427E-B906-FA44D4BE6551}" destId="{CDC8A262-E08B-43E2-B6ED-080478156724}" srcOrd="3" destOrd="0" presId="urn:microsoft.com/office/officeart/2018/2/layout/IconVerticalSolidList"/>
    <dgm:cxn modelId="{84FA4AA4-390F-4E2F-ADEF-E581F6C77E0A}" type="presParOf" srcId="{41136E9B-1866-427E-B906-FA44D4BE6551}" destId="{BFA0D0EA-6685-41F6-96DB-FF8B6F05C229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2A11CA1-87FD-46E8-93A3-627EC267E90B}" type="doc">
      <dgm:prSet loTypeId="urn:microsoft.com/office/officeart/2005/8/layout/list1" loCatId="list" qsTypeId="urn:microsoft.com/office/officeart/2005/8/quickstyle/simple5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A7FE2CBC-B2A9-4BAA-B1AD-4447BF52388F}">
      <dgm:prSet/>
      <dgm:spPr/>
      <dgm:t>
        <a:bodyPr/>
        <a:lstStyle/>
        <a:p>
          <a:r>
            <a:rPr lang="en-US"/>
            <a:t>The asymmetry of recovery:</a:t>
          </a:r>
        </a:p>
      </dgm:t>
    </dgm:pt>
    <dgm:pt modelId="{A4EE8524-A17F-4A43-AA71-CD5BC8FB6CBF}" type="parTrans" cxnId="{B0C5CEAB-6B30-4B3F-BABF-7C6C260B9D19}">
      <dgm:prSet/>
      <dgm:spPr/>
      <dgm:t>
        <a:bodyPr/>
        <a:lstStyle/>
        <a:p>
          <a:endParaRPr lang="en-US"/>
        </a:p>
      </dgm:t>
    </dgm:pt>
    <dgm:pt modelId="{5F4DD38F-08FF-4596-AC37-FA3FBB0DC59B}" type="sibTrans" cxnId="{B0C5CEAB-6B30-4B3F-BABF-7C6C260B9D19}">
      <dgm:prSet/>
      <dgm:spPr/>
      <dgm:t>
        <a:bodyPr/>
        <a:lstStyle/>
        <a:p>
          <a:endParaRPr lang="en-US"/>
        </a:p>
      </dgm:t>
    </dgm:pt>
    <dgm:pt modelId="{5D565AD9-A4A7-4FCE-A0D7-D8D6F5E72383}">
      <dgm:prSet/>
      <dgm:spPr/>
      <dgm:t>
        <a:bodyPr/>
        <a:lstStyle/>
        <a:p>
          <a:r>
            <a:rPr lang="en-US"/>
            <a:t>Start: $10,000</a:t>
          </a:r>
        </a:p>
      </dgm:t>
    </dgm:pt>
    <dgm:pt modelId="{971333CF-8BCD-401A-B6A3-85752DF09BF1}" type="parTrans" cxnId="{905E6243-2322-49E3-9077-FF1460A62020}">
      <dgm:prSet/>
      <dgm:spPr/>
      <dgm:t>
        <a:bodyPr/>
        <a:lstStyle/>
        <a:p>
          <a:endParaRPr lang="en-US"/>
        </a:p>
      </dgm:t>
    </dgm:pt>
    <dgm:pt modelId="{158FB043-564E-46B8-90D4-83F519E374FF}" type="sibTrans" cxnId="{905E6243-2322-49E3-9077-FF1460A62020}">
      <dgm:prSet/>
      <dgm:spPr/>
      <dgm:t>
        <a:bodyPr/>
        <a:lstStyle/>
        <a:p>
          <a:endParaRPr lang="en-US"/>
        </a:p>
      </dgm:t>
    </dgm:pt>
    <dgm:pt modelId="{0E8C250D-1B90-44C8-B90C-B2E16F153303}">
      <dgm:prSet/>
      <dgm:spPr/>
      <dgm:t>
        <a:bodyPr/>
        <a:lstStyle/>
        <a:p>
          <a:r>
            <a:rPr lang="en-US"/>
            <a:t>Lose 50% → $5,000</a:t>
          </a:r>
        </a:p>
      </dgm:t>
    </dgm:pt>
    <dgm:pt modelId="{FAB0C101-B7D4-4FF0-8F87-15CDFAC71EFB}" type="parTrans" cxnId="{21FE08C2-D542-4E47-9A2F-794A166AF202}">
      <dgm:prSet/>
      <dgm:spPr/>
      <dgm:t>
        <a:bodyPr/>
        <a:lstStyle/>
        <a:p>
          <a:endParaRPr lang="en-US"/>
        </a:p>
      </dgm:t>
    </dgm:pt>
    <dgm:pt modelId="{4B2482E6-9396-4F73-9615-E92FA9F019C8}" type="sibTrans" cxnId="{21FE08C2-D542-4E47-9A2F-794A166AF202}">
      <dgm:prSet/>
      <dgm:spPr/>
      <dgm:t>
        <a:bodyPr/>
        <a:lstStyle/>
        <a:p>
          <a:endParaRPr lang="en-US"/>
        </a:p>
      </dgm:t>
    </dgm:pt>
    <dgm:pt modelId="{02C95D88-A395-493C-841B-1403CBFB034E}">
      <dgm:prSet/>
      <dgm:spPr/>
      <dgm:t>
        <a:bodyPr/>
        <a:lstStyle/>
        <a:p>
          <a:r>
            <a:rPr lang="en-US"/>
            <a:t>Need to recover: +100% (not +50%)</a:t>
          </a:r>
        </a:p>
      </dgm:t>
    </dgm:pt>
    <dgm:pt modelId="{5866050E-BC8D-4FAD-9882-D174B937BD42}" type="parTrans" cxnId="{56B70D7E-17F0-46E6-BE6B-2040427342CF}">
      <dgm:prSet/>
      <dgm:spPr/>
      <dgm:t>
        <a:bodyPr/>
        <a:lstStyle/>
        <a:p>
          <a:endParaRPr lang="en-US"/>
        </a:p>
      </dgm:t>
    </dgm:pt>
    <dgm:pt modelId="{5D31115B-62C5-453E-9735-919653CB83E4}" type="sibTrans" cxnId="{56B70D7E-17F0-46E6-BE6B-2040427342CF}">
      <dgm:prSet/>
      <dgm:spPr/>
      <dgm:t>
        <a:bodyPr/>
        <a:lstStyle/>
        <a:p>
          <a:endParaRPr lang="en-US"/>
        </a:p>
      </dgm:t>
    </dgm:pt>
    <dgm:pt modelId="{7E162F95-94CC-415A-A37F-F2BD17865BB6}">
      <dgm:prSet/>
      <dgm:spPr/>
      <dgm:t>
        <a:bodyPr/>
        <a:lstStyle/>
        <a:p>
          <a:r>
            <a:rPr lang="en-US"/>
            <a:t>The asymmetry of recovery:</a:t>
          </a:r>
        </a:p>
      </dgm:t>
    </dgm:pt>
    <dgm:pt modelId="{1DCCC9FA-8F06-43EB-8443-FE32E4F9B403}" type="parTrans" cxnId="{D0993759-762B-44CA-BBDE-67030C889100}">
      <dgm:prSet/>
      <dgm:spPr/>
      <dgm:t>
        <a:bodyPr/>
        <a:lstStyle/>
        <a:p>
          <a:endParaRPr lang="en-US"/>
        </a:p>
      </dgm:t>
    </dgm:pt>
    <dgm:pt modelId="{872B138C-BFC5-49F5-BF26-C3D50B6862E6}" type="sibTrans" cxnId="{D0993759-762B-44CA-BBDE-67030C889100}">
      <dgm:prSet/>
      <dgm:spPr/>
      <dgm:t>
        <a:bodyPr/>
        <a:lstStyle/>
        <a:p>
          <a:endParaRPr lang="en-US"/>
        </a:p>
      </dgm:t>
    </dgm:pt>
    <dgm:pt modelId="{96A7B19D-4F7D-4062-B116-6BA4E42F1C79}">
      <dgm:prSet/>
      <dgm:spPr/>
      <dgm:t>
        <a:bodyPr/>
        <a:lstStyle/>
        <a:p>
          <a:r>
            <a:rPr lang="en-US"/>
            <a:t>Start: $10,000</a:t>
          </a:r>
        </a:p>
      </dgm:t>
    </dgm:pt>
    <dgm:pt modelId="{5AC345B2-07DC-41D2-9E51-D50C98BB14CD}" type="parTrans" cxnId="{22F159F9-3272-4BAE-93A0-EECEFBD75C7F}">
      <dgm:prSet/>
      <dgm:spPr/>
      <dgm:t>
        <a:bodyPr/>
        <a:lstStyle/>
        <a:p>
          <a:endParaRPr lang="en-US"/>
        </a:p>
      </dgm:t>
    </dgm:pt>
    <dgm:pt modelId="{11C6D307-3871-4A9B-BA27-4A5E9A4253DE}" type="sibTrans" cxnId="{22F159F9-3272-4BAE-93A0-EECEFBD75C7F}">
      <dgm:prSet/>
      <dgm:spPr/>
      <dgm:t>
        <a:bodyPr/>
        <a:lstStyle/>
        <a:p>
          <a:endParaRPr lang="en-US"/>
        </a:p>
      </dgm:t>
    </dgm:pt>
    <dgm:pt modelId="{87E35066-B852-4968-A551-AA6ED800000A}">
      <dgm:prSet/>
      <dgm:spPr/>
      <dgm:t>
        <a:bodyPr/>
        <a:lstStyle/>
        <a:p>
          <a:r>
            <a:rPr lang="en-US"/>
            <a:t>Lose 75% → $2,500</a:t>
          </a:r>
        </a:p>
      </dgm:t>
    </dgm:pt>
    <dgm:pt modelId="{5F0F223C-0C1D-4F7F-9E5C-18D5B57983B5}" type="parTrans" cxnId="{3E4D2D29-C4A4-4811-8369-7628F5A2E4AA}">
      <dgm:prSet/>
      <dgm:spPr/>
      <dgm:t>
        <a:bodyPr/>
        <a:lstStyle/>
        <a:p>
          <a:endParaRPr lang="en-US"/>
        </a:p>
      </dgm:t>
    </dgm:pt>
    <dgm:pt modelId="{F7533742-9902-4980-BE67-117090A34452}" type="sibTrans" cxnId="{3E4D2D29-C4A4-4811-8369-7628F5A2E4AA}">
      <dgm:prSet/>
      <dgm:spPr/>
      <dgm:t>
        <a:bodyPr/>
        <a:lstStyle/>
        <a:p>
          <a:endParaRPr lang="en-US"/>
        </a:p>
      </dgm:t>
    </dgm:pt>
    <dgm:pt modelId="{3E625B5C-93E3-4A41-84F3-9E1995E8C982}">
      <dgm:prSet/>
      <dgm:spPr/>
      <dgm:t>
        <a:bodyPr/>
        <a:lstStyle/>
        <a:p>
          <a:r>
            <a:rPr lang="en-US"/>
            <a:t>Need to recover: +300% (not +75%)</a:t>
          </a:r>
        </a:p>
      </dgm:t>
    </dgm:pt>
    <dgm:pt modelId="{19E45031-7557-4FEC-9F71-C14B4FD90BBF}" type="parTrans" cxnId="{A24997EB-8EA0-4027-9A98-3963EC78A640}">
      <dgm:prSet/>
      <dgm:spPr/>
      <dgm:t>
        <a:bodyPr/>
        <a:lstStyle/>
        <a:p>
          <a:endParaRPr lang="en-US"/>
        </a:p>
      </dgm:t>
    </dgm:pt>
    <dgm:pt modelId="{0D7732F9-2686-4E7A-8CCD-A9F7CF2704D4}" type="sibTrans" cxnId="{A24997EB-8EA0-4027-9A98-3963EC78A640}">
      <dgm:prSet/>
      <dgm:spPr/>
      <dgm:t>
        <a:bodyPr/>
        <a:lstStyle/>
        <a:p>
          <a:endParaRPr lang="en-US"/>
        </a:p>
      </dgm:t>
    </dgm:pt>
    <dgm:pt modelId="{89A1E5CF-1115-4A9B-94BE-A94035EAFEDC}" type="pres">
      <dgm:prSet presAssocID="{B2A11CA1-87FD-46E8-93A3-627EC267E90B}" presName="linear" presStyleCnt="0">
        <dgm:presLayoutVars>
          <dgm:dir/>
          <dgm:animLvl val="lvl"/>
          <dgm:resizeHandles val="exact"/>
        </dgm:presLayoutVars>
      </dgm:prSet>
      <dgm:spPr/>
    </dgm:pt>
    <dgm:pt modelId="{CB78F2B5-3053-4610-8B33-6B43EB083B01}" type="pres">
      <dgm:prSet presAssocID="{A7FE2CBC-B2A9-4BAA-B1AD-4447BF52388F}" presName="parentLin" presStyleCnt="0"/>
      <dgm:spPr/>
    </dgm:pt>
    <dgm:pt modelId="{10129286-31D8-4EEE-B28D-7455B5F567A4}" type="pres">
      <dgm:prSet presAssocID="{A7FE2CBC-B2A9-4BAA-B1AD-4447BF52388F}" presName="parentLeftMargin" presStyleLbl="node1" presStyleIdx="0" presStyleCnt="2"/>
      <dgm:spPr/>
    </dgm:pt>
    <dgm:pt modelId="{6267F30C-8891-4E0C-9516-F4EAB80B0147}" type="pres">
      <dgm:prSet presAssocID="{A7FE2CBC-B2A9-4BAA-B1AD-4447BF52388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ACF9663-C127-4A72-87F1-1C830B8B5946}" type="pres">
      <dgm:prSet presAssocID="{A7FE2CBC-B2A9-4BAA-B1AD-4447BF52388F}" presName="negativeSpace" presStyleCnt="0"/>
      <dgm:spPr/>
    </dgm:pt>
    <dgm:pt modelId="{3808A13E-19ED-4F74-97C9-A67B56C15A9B}" type="pres">
      <dgm:prSet presAssocID="{A7FE2CBC-B2A9-4BAA-B1AD-4447BF52388F}" presName="childText" presStyleLbl="conFgAcc1" presStyleIdx="0" presStyleCnt="2">
        <dgm:presLayoutVars>
          <dgm:bulletEnabled val="1"/>
        </dgm:presLayoutVars>
      </dgm:prSet>
      <dgm:spPr/>
    </dgm:pt>
    <dgm:pt modelId="{D24ADBFD-4DFD-415D-AA3C-FEA7299EEF50}" type="pres">
      <dgm:prSet presAssocID="{5F4DD38F-08FF-4596-AC37-FA3FBB0DC59B}" presName="spaceBetweenRectangles" presStyleCnt="0"/>
      <dgm:spPr/>
    </dgm:pt>
    <dgm:pt modelId="{97EFDC03-065B-41A2-A73F-52B4BBC353B8}" type="pres">
      <dgm:prSet presAssocID="{7E162F95-94CC-415A-A37F-F2BD17865BB6}" presName="parentLin" presStyleCnt="0"/>
      <dgm:spPr/>
    </dgm:pt>
    <dgm:pt modelId="{2E467B71-1342-49B8-8272-45A2AF280EB7}" type="pres">
      <dgm:prSet presAssocID="{7E162F95-94CC-415A-A37F-F2BD17865BB6}" presName="parentLeftMargin" presStyleLbl="node1" presStyleIdx="0" presStyleCnt="2"/>
      <dgm:spPr/>
    </dgm:pt>
    <dgm:pt modelId="{9889776F-0B2C-40EA-ADC3-C792CB471FC8}" type="pres">
      <dgm:prSet presAssocID="{7E162F95-94CC-415A-A37F-F2BD17865BB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AF18204-B3B8-4CC6-ABA1-9C78077BD31D}" type="pres">
      <dgm:prSet presAssocID="{7E162F95-94CC-415A-A37F-F2BD17865BB6}" presName="negativeSpace" presStyleCnt="0"/>
      <dgm:spPr/>
    </dgm:pt>
    <dgm:pt modelId="{85680876-2E32-4AD9-95EE-2E79D0B01635}" type="pres">
      <dgm:prSet presAssocID="{7E162F95-94CC-415A-A37F-F2BD17865BB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211D6A11-E8BB-49DD-B026-3FB080F296E8}" type="presOf" srcId="{B2A11CA1-87FD-46E8-93A3-627EC267E90B}" destId="{89A1E5CF-1115-4A9B-94BE-A94035EAFEDC}" srcOrd="0" destOrd="0" presId="urn:microsoft.com/office/officeart/2005/8/layout/list1"/>
    <dgm:cxn modelId="{3E4D2D29-C4A4-4811-8369-7628F5A2E4AA}" srcId="{7E162F95-94CC-415A-A37F-F2BD17865BB6}" destId="{87E35066-B852-4968-A551-AA6ED800000A}" srcOrd="1" destOrd="0" parTransId="{5F0F223C-0C1D-4F7F-9E5C-18D5B57983B5}" sibTransId="{F7533742-9902-4980-BE67-117090A34452}"/>
    <dgm:cxn modelId="{905E6243-2322-49E3-9077-FF1460A62020}" srcId="{A7FE2CBC-B2A9-4BAA-B1AD-4447BF52388F}" destId="{5D565AD9-A4A7-4FCE-A0D7-D8D6F5E72383}" srcOrd="0" destOrd="0" parTransId="{971333CF-8BCD-401A-B6A3-85752DF09BF1}" sibTransId="{158FB043-564E-46B8-90D4-83F519E374FF}"/>
    <dgm:cxn modelId="{1B58E567-AF2B-48A3-8107-2CF0553D50CB}" type="presOf" srcId="{5D565AD9-A4A7-4FCE-A0D7-D8D6F5E72383}" destId="{3808A13E-19ED-4F74-97C9-A67B56C15A9B}" srcOrd="0" destOrd="0" presId="urn:microsoft.com/office/officeart/2005/8/layout/list1"/>
    <dgm:cxn modelId="{4346BF68-319A-48C8-9AE7-3846DCD945E2}" type="presOf" srcId="{7E162F95-94CC-415A-A37F-F2BD17865BB6}" destId="{2E467B71-1342-49B8-8272-45A2AF280EB7}" srcOrd="0" destOrd="0" presId="urn:microsoft.com/office/officeart/2005/8/layout/list1"/>
    <dgm:cxn modelId="{7145BA70-234E-4476-9155-CF52665C5ECF}" type="presOf" srcId="{0E8C250D-1B90-44C8-B90C-B2E16F153303}" destId="{3808A13E-19ED-4F74-97C9-A67B56C15A9B}" srcOrd="0" destOrd="1" presId="urn:microsoft.com/office/officeart/2005/8/layout/list1"/>
    <dgm:cxn modelId="{D0993759-762B-44CA-BBDE-67030C889100}" srcId="{B2A11CA1-87FD-46E8-93A3-627EC267E90B}" destId="{7E162F95-94CC-415A-A37F-F2BD17865BB6}" srcOrd="1" destOrd="0" parTransId="{1DCCC9FA-8F06-43EB-8443-FE32E4F9B403}" sibTransId="{872B138C-BFC5-49F5-BF26-C3D50B6862E6}"/>
    <dgm:cxn modelId="{56B70D7E-17F0-46E6-BE6B-2040427342CF}" srcId="{A7FE2CBC-B2A9-4BAA-B1AD-4447BF52388F}" destId="{02C95D88-A395-493C-841B-1403CBFB034E}" srcOrd="2" destOrd="0" parTransId="{5866050E-BC8D-4FAD-9882-D174B937BD42}" sibTransId="{5D31115B-62C5-453E-9735-919653CB83E4}"/>
    <dgm:cxn modelId="{6B8A5295-5C40-4813-8975-0091DE202A63}" type="presOf" srcId="{7E162F95-94CC-415A-A37F-F2BD17865BB6}" destId="{9889776F-0B2C-40EA-ADC3-C792CB471FC8}" srcOrd="1" destOrd="0" presId="urn:microsoft.com/office/officeart/2005/8/layout/list1"/>
    <dgm:cxn modelId="{B0C5CEAB-6B30-4B3F-BABF-7C6C260B9D19}" srcId="{B2A11CA1-87FD-46E8-93A3-627EC267E90B}" destId="{A7FE2CBC-B2A9-4BAA-B1AD-4447BF52388F}" srcOrd="0" destOrd="0" parTransId="{A4EE8524-A17F-4A43-AA71-CD5BC8FB6CBF}" sibTransId="{5F4DD38F-08FF-4596-AC37-FA3FBB0DC59B}"/>
    <dgm:cxn modelId="{37EC25B1-BDA0-454C-BEF9-3399D6D0BB16}" type="presOf" srcId="{A7FE2CBC-B2A9-4BAA-B1AD-4447BF52388F}" destId="{6267F30C-8891-4E0C-9516-F4EAB80B0147}" srcOrd="1" destOrd="0" presId="urn:microsoft.com/office/officeart/2005/8/layout/list1"/>
    <dgm:cxn modelId="{21FE08C2-D542-4E47-9A2F-794A166AF202}" srcId="{A7FE2CBC-B2A9-4BAA-B1AD-4447BF52388F}" destId="{0E8C250D-1B90-44C8-B90C-B2E16F153303}" srcOrd="1" destOrd="0" parTransId="{FAB0C101-B7D4-4FF0-8F87-15CDFAC71EFB}" sibTransId="{4B2482E6-9396-4F73-9615-E92FA9F019C8}"/>
    <dgm:cxn modelId="{0D35A9CF-6E7A-4C1B-A54A-C5B6008079FB}" type="presOf" srcId="{3E625B5C-93E3-4A41-84F3-9E1995E8C982}" destId="{85680876-2E32-4AD9-95EE-2E79D0B01635}" srcOrd="0" destOrd="2" presId="urn:microsoft.com/office/officeart/2005/8/layout/list1"/>
    <dgm:cxn modelId="{36C392E4-C515-4078-8675-B5C023FD5EC4}" type="presOf" srcId="{96A7B19D-4F7D-4062-B116-6BA4E42F1C79}" destId="{85680876-2E32-4AD9-95EE-2E79D0B01635}" srcOrd="0" destOrd="0" presId="urn:microsoft.com/office/officeart/2005/8/layout/list1"/>
    <dgm:cxn modelId="{532167E9-0A0F-4AF3-AA19-4A06DA221A40}" type="presOf" srcId="{02C95D88-A395-493C-841B-1403CBFB034E}" destId="{3808A13E-19ED-4F74-97C9-A67B56C15A9B}" srcOrd="0" destOrd="2" presId="urn:microsoft.com/office/officeart/2005/8/layout/list1"/>
    <dgm:cxn modelId="{A24997EB-8EA0-4027-9A98-3963EC78A640}" srcId="{7E162F95-94CC-415A-A37F-F2BD17865BB6}" destId="{3E625B5C-93E3-4A41-84F3-9E1995E8C982}" srcOrd="2" destOrd="0" parTransId="{19E45031-7557-4FEC-9F71-C14B4FD90BBF}" sibTransId="{0D7732F9-2686-4E7A-8CCD-A9F7CF2704D4}"/>
    <dgm:cxn modelId="{B82CD3EE-86F1-49D1-865C-BCDF27F7AFED}" type="presOf" srcId="{87E35066-B852-4968-A551-AA6ED800000A}" destId="{85680876-2E32-4AD9-95EE-2E79D0B01635}" srcOrd="0" destOrd="1" presId="urn:microsoft.com/office/officeart/2005/8/layout/list1"/>
    <dgm:cxn modelId="{460A0BF7-87D9-4F35-9D2D-11A1178112F8}" type="presOf" srcId="{A7FE2CBC-B2A9-4BAA-B1AD-4447BF52388F}" destId="{10129286-31D8-4EEE-B28D-7455B5F567A4}" srcOrd="0" destOrd="0" presId="urn:microsoft.com/office/officeart/2005/8/layout/list1"/>
    <dgm:cxn modelId="{22F159F9-3272-4BAE-93A0-EECEFBD75C7F}" srcId="{7E162F95-94CC-415A-A37F-F2BD17865BB6}" destId="{96A7B19D-4F7D-4062-B116-6BA4E42F1C79}" srcOrd="0" destOrd="0" parTransId="{5AC345B2-07DC-41D2-9E51-D50C98BB14CD}" sibTransId="{11C6D307-3871-4A9B-BA27-4A5E9A4253DE}"/>
    <dgm:cxn modelId="{FA73D113-EFDB-4858-9CC5-E9BAD18FD224}" type="presParOf" srcId="{89A1E5CF-1115-4A9B-94BE-A94035EAFEDC}" destId="{CB78F2B5-3053-4610-8B33-6B43EB083B01}" srcOrd="0" destOrd="0" presId="urn:microsoft.com/office/officeart/2005/8/layout/list1"/>
    <dgm:cxn modelId="{30B08917-6220-4260-9EAA-F7626A503C95}" type="presParOf" srcId="{CB78F2B5-3053-4610-8B33-6B43EB083B01}" destId="{10129286-31D8-4EEE-B28D-7455B5F567A4}" srcOrd="0" destOrd="0" presId="urn:microsoft.com/office/officeart/2005/8/layout/list1"/>
    <dgm:cxn modelId="{AAD838A1-61BA-4EC8-A7C3-8F22048F98BF}" type="presParOf" srcId="{CB78F2B5-3053-4610-8B33-6B43EB083B01}" destId="{6267F30C-8891-4E0C-9516-F4EAB80B0147}" srcOrd="1" destOrd="0" presId="urn:microsoft.com/office/officeart/2005/8/layout/list1"/>
    <dgm:cxn modelId="{767410D6-CCB2-49FE-B4E4-509A5674C02A}" type="presParOf" srcId="{89A1E5CF-1115-4A9B-94BE-A94035EAFEDC}" destId="{7ACF9663-C127-4A72-87F1-1C830B8B5946}" srcOrd="1" destOrd="0" presId="urn:microsoft.com/office/officeart/2005/8/layout/list1"/>
    <dgm:cxn modelId="{29D3EC48-47FD-47A7-B852-49E97485761F}" type="presParOf" srcId="{89A1E5CF-1115-4A9B-94BE-A94035EAFEDC}" destId="{3808A13E-19ED-4F74-97C9-A67B56C15A9B}" srcOrd="2" destOrd="0" presId="urn:microsoft.com/office/officeart/2005/8/layout/list1"/>
    <dgm:cxn modelId="{443677A8-F929-4E11-926C-EB384F1EA933}" type="presParOf" srcId="{89A1E5CF-1115-4A9B-94BE-A94035EAFEDC}" destId="{D24ADBFD-4DFD-415D-AA3C-FEA7299EEF50}" srcOrd="3" destOrd="0" presId="urn:microsoft.com/office/officeart/2005/8/layout/list1"/>
    <dgm:cxn modelId="{7C2B0295-F9C7-42E0-8EC8-365F0E0507E4}" type="presParOf" srcId="{89A1E5CF-1115-4A9B-94BE-A94035EAFEDC}" destId="{97EFDC03-065B-41A2-A73F-52B4BBC353B8}" srcOrd="4" destOrd="0" presId="urn:microsoft.com/office/officeart/2005/8/layout/list1"/>
    <dgm:cxn modelId="{83F6A24D-B226-4D06-A14B-AFE950A9C8D0}" type="presParOf" srcId="{97EFDC03-065B-41A2-A73F-52B4BBC353B8}" destId="{2E467B71-1342-49B8-8272-45A2AF280EB7}" srcOrd="0" destOrd="0" presId="urn:microsoft.com/office/officeart/2005/8/layout/list1"/>
    <dgm:cxn modelId="{C52CB7B8-B291-4818-A959-7311EC3B3395}" type="presParOf" srcId="{97EFDC03-065B-41A2-A73F-52B4BBC353B8}" destId="{9889776F-0B2C-40EA-ADC3-C792CB471FC8}" srcOrd="1" destOrd="0" presId="urn:microsoft.com/office/officeart/2005/8/layout/list1"/>
    <dgm:cxn modelId="{D1DB2485-A401-4596-BF1E-69CD1B45C486}" type="presParOf" srcId="{89A1E5CF-1115-4A9B-94BE-A94035EAFEDC}" destId="{7AF18204-B3B8-4CC6-ABA1-9C78077BD31D}" srcOrd="5" destOrd="0" presId="urn:microsoft.com/office/officeart/2005/8/layout/list1"/>
    <dgm:cxn modelId="{8A79E0F5-9DC6-491A-86A6-270B7477767B}" type="presParOf" srcId="{89A1E5CF-1115-4A9B-94BE-A94035EAFEDC}" destId="{85680876-2E32-4AD9-95EE-2E79D0B0163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0ADB0D-66C2-40C3-BB0E-11969A05D850}">
      <dsp:nvSpPr>
        <dsp:cNvPr id="0" name=""/>
        <dsp:cNvSpPr/>
      </dsp:nvSpPr>
      <dsp:spPr>
        <a:xfrm>
          <a:off x="0" y="3048802"/>
          <a:ext cx="6910387" cy="200034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270256" rIns="270256" bIns="27025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Missing context</a:t>
          </a:r>
        </a:p>
      </dsp:txBody>
      <dsp:txXfrm>
        <a:off x="0" y="3048802"/>
        <a:ext cx="6910387" cy="1080186"/>
      </dsp:txXfrm>
    </dsp:sp>
    <dsp:sp modelId="{925D8BFD-5EFC-468B-ACAF-86F827085289}">
      <dsp:nvSpPr>
        <dsp:cNvPr id="0" name=""/>
        <dsp:cNvSpPr/>
      </dsp:nvSpPr>
      <dsp:spPr>
        <a:xfrm>
          <a:off x="843" y="4088981"/>
          <a:ext cx="1381739" cy="920158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How much do I buy?</a:t>
          </a:r>
        </a:p>
      </dsp:txBody>
      <dsp:txXfrm>
        <a:off x="843" y="4088981"/>
        <a:ext cx="1381739" cy="920158"/>
      </dsp:txXfrm>
    </dsp:sp>
    <dsp:sp modelId="{C62A0E5C-983F-48C5-88B7-0AF500DA5421}">
      <dsp:nvSpPr>
        <dsp:cNvPr id="0" name=""/>
        <dsp:cNvSpPr/>
      </dsp:nvSpPr>
      <dsp:spPr>
        <a:xfrm>
          <a:off x="1382583" y="4088981"/>
          <a:ext cx="1381739" cy="920158"/>
        </a:xfrm>
        <a:prstGeom prst="rect">
          <a:avLst/>
        </a:prstGeom>
        <a:solidFill>
          <a:schemeClr val="accent5">
            <a:tint val="40000"/>
            <a:alpha val="90000"/>
            <a:hueOff val="453333"/>
            <a:satOff val="-3976"/>
            <a:lumOff val="-317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Do I even have money left?</a:t>
          </a:r>
        </a:p>
      </dsp:txBody>
      <dsp:txXfrm>
        <a:off x="1382583" y="4088981"/>
        <a:ext cx="1381739" cy="920158"/>
      </dsp:txXfrm>
    </dsp:sp>
    <dsp:sp modelId="{C8EEC3E3-BCFD-41F9-A8A8-2D74BD5FF9E2}">
      <dsp:nvSpPr>
        <dsp:cNvPr id="0" name=""/>
        <dsp:cNvSpPr/>
      </dsp:nvSpPr>
      <dsp:spPr>
        <a:xfrm>
          <a:off x="2764323" y="4088981"/>
          <a:ext cx="1381739" cy="920158"/>
        </a:xfrm>
        <a:prstGeom prst="rect">
          <a:avLst/>
        </a:prstGeom>
        <a:solidFill>
          <a:schemeClr val="accent5">
            <a:tint val="40000"/>
            <a:alpha val="90000"/>
            <a:hueOff val="906665"/>
            <a:satOff val="-7953"/>
            <a:lumOff val="-633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What is my risk tolerance?</a:t>
          </a:r>
        </a:p>
      </dsp:txBody>
      <dsp:txXfrm>
        <a:off x="2764323" y="4088981"/>
        <a:ext cx="1381739" cy="920158"/>
      </dsp:txXfrm>
    </dsp:sp>
    <dsp:sp modelId="{1722C2F0-2FB5-4AA1-BCE7-4E310B7EB223}">
      <dsp:nvSpPr>
        <dsp:cNvPr id="0" name=""/>
        <dsp:cNvSpPr/>
      </dsp:nvSpPr>
      <dsp:spPr>
        <a:xfrm>
          <a:off x="4146063" y="4088981"/>
          <a:ext cx="1381739" cy="920158"/>
        </a:xfrm>
        <a:prstGeom prst="rect">
          <a:avLst/>
        </a:prstGeom>
        <a:solidFill>
          <a:schemeClr val="accent5">
            <a:tint val="40000"/>
            <a:alpha val="90000"/>
            <a:hueOff val="1359998"/>
            <a:satOff val="-11929"/>
            <a:lumOff val="-950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What if I </a:t>
          </a:r>
          <a:r>
            <a:rPr lang="en-US" sz="1700" b="1" kern="1200"/>
            <a:t>already</a:t>
          </a:r>
          <a:r>
            <a:rPr lang="en-US" sz="1700" kern="1200"/>
            <a:t> own this stock?</a:t>
          </a:r>
        </a:p>
      </dsp:txBody>
      <dsp:txXfrm>
        <a:off x="4146063" y="4088981"/>
        <a:ext cx="1381739" cy="920158"/>
      </dsp:txXfrm>
    </dsp:sp>
    <dsp:sp modelId="{D9357599-9D31-49D7-B979-A7C23F8EB23A}">
      <dsp:nvSpPr>
        <dsp:cNvPr id="0" name=""/>
        <dsp:cNvSpPr/>
      </dsp:nvSpPr>
      <dsp:spPr>
        <a:xfrm>
          <a:off x="5527803" y="4088981"/>
          <a:ext cx="1381739" cy="920158"/>
        </a:xfrm>
        <a:prstGeom prst="rect">
          <a:avLst/>
        </a:prstGeom>
        <a:solidFill>
          <a:schemeClr val="accent5">
            <a:tint val="40000"/>
            <a:alpha val="90000"/>
            <a:hueOff val="1813331"/>
            <a:satOff val="-15906"/>
            <a:lumOff val="-1266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What price is a </a:t>
          </a:r>
          <a:r>
            <a:rPr lang="en-US" sz="1700" i="1" kern="1200" dirty="0"/>
            <a:t>good deal?</a:t>
          </a:r>
          <a:endParaRPr lang="en-US" sz="1700" kern="1200" dirty="0"/>
        </a:p>
      </dsp:txBody>
      <dsp:txXfrm>
        <a:off x="5527803" y="4088981"/>
        <a:ext cx="1381739" cy="920158"/>
      </dsp:txXfrm>
    </dsp:sp>
    <dsp:sp modelId="{2C05EF4A-DE56-4A56-92AE-99F256FDB609}">
      <dsp:nvSpPr>
        <dsp:cNvPr id="0" name=""/>
        <dsp:cNvSpPr/>
      </dsp:nvSpPr>
      <dsp:spPr>
        <a:xfrm rot="10800000">
          <a:off x="0" y="2277"/>
          <a:ext cx="6910387" cy="3076529"/>
        </a:xfrm>
        <a:prstGeom prst="upArrowCallout">
          <a:avLst/>
        </a:prstGeom>
        <a:solidFill>
          <a:schemeClr val="accent5">
            <a:hueOff val="2127120"/>
            <a:satOff val="-23891"/>
            <a:lumOff val="-509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270256" rIns="270256" bIns="27025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If RSI &lt; 30 BUY</a:t>
          </a:r>
        </a:p>
      </dsp:txBody>
      <dsp:txXfrm rot="-10800000">
        <a:off x="0" y="2277"/>
        <a:ext cx="6910387" cy="1079862"/>
      </dsp:txXfrm>
    </dsp:sp>
    <dsp:sp modelId="{D771F230-996F-48E8-A838-A104DA6A94B2}">
      <dsp:nvSpPr>
        <dsp:cNvPr id="0" name=""/>
        <dsp:cNvSpPr/>
      </dsp:nvSpPr>
      <dsp:spPr>
        <a:xfrm>
          <a:off x="0" y="1082139"/>
          <a:ext cx="6910387" cy="919882"/>
        </a:xfrm>
        <a:prstGeom prst="rect">
          <a:avLst/>
        </a:prstGeom>
        <a:solidFill>
          <a:schemeClr val="accent5">
            <a:tint val="40000"/>
            <a:alpha val="90000"/>
            <a:hueOff val="2266664"/>
            <a:satOff val="-19882"/>
            <a:lumOff val="-1583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This is incomplete</a:t>
          </a:r>
        </a:p>
      </dsp:txBody>
      <dsp:txXfrm>
        <a:off x="0" y="1082139"/>
        <a:ext cx="6910387" cy="9198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E61567-5D33-4256-9FB3-F09E171E6EA4}">
      <dsp:nvSpPr>
        <dsp:cNvPr id="0" name=""/>
        <dsp:cNvSpPr/>
      </dsp:nvSpPr>
      <dsp:spPr>
        <a:xfrm>
          <a:off x="196" y="469737"/>
          <a:ext cx="2372171" cy="28466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318" tIns="0" rIns="234318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Build the bridge from signal to actual trade</a:t>
          </a:r>
        </a:p>
      </dsp:txBody>
      <dsp:txXfrm>
        <a:off x="196" y="1608379"/>
        <a:ext cx="2372171" cy="1707963"/>
      </dsp:txXfrm>
    </dsp:sp>
    <dsp:sp modelId="{14C61015-70A4-474F-A685-AA58217DD74C}">
      <dsp:nvSpPr>
        <dsp:cNvPr id="0" name=""/>
        <dsp:cNvSpPr/>
      </dsp:nvSpPr>
      <dsp:spPr>
        <a:xfrm>
          <a:off x="196" y="469737"/>
          <a:ext cx="2372171" cy="1138642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318" tIns="165100" rIns="234318" bIns="165100" numCol="1" spcCol="1270" anchor="ctr" anchorCtr="0">
          <a:noAutofit/>
        </a:bodyPr>
        <a:lstStyle/>
        <a:p>
          <a:pPr marL="0" lvl="0" indent="0" algn="l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700" kern="1200"/>
            <a:t>01</a:t>
          </a:r>
        </a:p>
      </dsp:txBody>
      <dsp:txXfrm>
        <a:off x="196" y="469737"/>
        <a:ext cx="2372171" cy="1138642"/>
      </dsp:txXfrm>
    </dsp:sp>
    <dsp:sp modelId="{C1FD7751-474A-4818-9337-BEE3B136D2B5}">
      <dsp:nvSpPr>
        <dsp:cNvPr id="0" name=""/>
        <dsp:cNvSpPr/>
      </dsp:nvSpPr>
      <dsp:spPr>
        <a:xfrm>
          <a:off x="2562141" y="469737"/>
          <a:ext cx="2372171" cy="2846605"/>
        </a:xfrm>
        <a:prstGeom prst="rect">
          <a:avLst/>
        </a:prstGeom>
        <a:solidFill>
          <a:schemeClr val="accent2">
            <a:hueOff val="13013"/>
            <a:satOff val="-8959"/>
            <a:lumOff val="-2288"/>
            <a:alphaOff val="0"/>
          </a:schemeClr>
        </a:solidFill>
        <a:ln w="15875" cap="flat" cmpd="sng" algn="ctr">
          <a:solidFill>
            <a:schemeClr val="accent2">
              <a:hueOff val="13013"/>
              <a:satOff val="-8959"/>
              <a:lumOff val="-22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318" tIns="0" rIns="234318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Learn about Orders, Positions</a:t>
          </a:r>
        </a:p>
      </dsp:txBody>
      <dsp:txXfrm>
        <a:off x="2562141" y="1608379"/>
        <a:ext cx="2372171" cy="1707963"/>
      </dsp:txXfrm>
    </dsp:sp>
    <dsp:sp modelId="{F3D4CA59-F8FA-4194-B9CB-43BA21926FC8}">
      <dsp:nvSpPr>
        <dsp:cNvPr id="0" name=""/>
        <dsp:cNvSpPr/>
      </dsp:nvSpPr>
      <dsp:spPr>
        <a:xfrm>
          <a:off x="2562141" y="469737"/>
          <a:ext cx="2372171" cy="1138642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318" tIns="165100" rIns="234318" bIns="165100" numCol="1" spcCol="1270" anchor="ctr" anchorCtr="0">
          <a:noAutofit/>
        </a:bodyPr>
        <a:lstStyle/>
        <a:p>
          <a:pPr marL="0" lvl="0" indent="0" algn="l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700" kern="1200"/>
            <a:t>02</a:t>
          </a:r>
        </a:p>
      </dsp:txBody>
      <dsp:txXfrm>
        <a:off x="2562141" y="469737"/>
        <a:ext cx="2372171" cy="1138642"/>
      </dsp:txXfrm>
    </dsp:sp>
    <dsp:sp modelId="{E79A2C51-3630-474C-91DD-1FECE85E89D4}">
      <dsp:nvSpPr>
        <dsp:cNvPr id="0" name=""/>
        <dsp:cNvSpPr/>
      </dsp:nvSpPr>
      <dsp:spPr>
        <a:xfrm>
          <a:off x="5124086" y="469737"/>
          <a:ext cx="2372171" cy="2846605"/>
        </a:xfrm>
        <a:prstGeom prst="rect">
          <a:avLst/>
        </a:prstGeom>
        <a:solidFill>
          <a:schemeClr val="accent2">
            <a:hueOff val="26025"/>
            <a:satOff val="-17917"/>
            <a:lumOff val="-4575"/>
            <a:alphaOff val="0"/>
          </a:schemeClr>
        </a:solidFill>
        <a:ln w="15875" cap="flat" cmpd="sng" algn="ctr">
          <a:solidFill>
            <a:schemeClr val="accent2">
              <a:hueOff val="26025"/>
              <a:satOff val="-17917"/>
              <a:lumOff val="-45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318" tIns="0" rIns="234318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Make our first paper trade</a:t>
          </a:r>
        </a:p>
      </dsp:txBody>
      <dsp:txXfrm>
        <a:off x="5124086" y="1608379"/>
        <a:ext cx="2372171" cy="1707963"/>
      </dsp:txXfrm>
    </dsp:sp>
    <dsp:sp modelId="{9F93F8AC-0EE2-4C6C-BCA8-DC1AD8BB68E6}">
      <dsp:nvSpPr>
        <dsp:cNvPr id="0" name=""/>
        <dsp:cNvSpPr/>
      </dsp:nvSpPr>
      <dsp:spPr>
        <a:xfrm>
          <a:off x="5124086" y="469737"/>
          <a:ext cx="2372171" cy="1138642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318" tIns="165100" rIns="234318" bIns="165100" numCol="1" spcCol="1270" anchor="ctr" anchorCtr="0">
          <a:noAutofit/>
        </a:bodyPr>
        <a:lstStyle/>
        <a:p>
          <a:pPr marL="0" lvl="0" indent="0" algn="l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700" kern="1200"/>
            <a:t>03</a:t>
          </a:r>
        </a:p>
      </dsp:txBody>
      <dsp:txXfrm>
        <a:off x="5124086" y="469737"/>
        <a:ext cx="2372171" cy="1138642"/>
      </dsp:txXfrm>
    </dsp:sp>
    <dsp:sp modelId="{1FC1EFF3-0D65-4270-804E-56A89E2EE9B5}">
      <dsp:nvSpPr>
        <dsp:cNvPr id="0" name=""/>
        <dsp:cNvSpPr/>
      </dsp:nvSpPr>
      <dsp:spPr>
        <a:xfrm>
          <a:off x="7686032" y="469737"/>
          <a:ext cx="2372171" cy="2846605"/>
        </a:xfrm>
        <a:prstGeom prst="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accent2">
              <a:hueOff val="39038"/>
              <a:satOff val="-26876"/>
              <a:lumOff val="-68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318" tIns="0" rIns="234318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Understand why we are going to fail</a:t>
          </a:r>
        </a:p>
      </dsp:txBody>
      <dsp:txXfrm>
        <a:off x="7686032" y="1608379"/>
        <a:ext cx="2372171" cy="1707963"/>
      </dsp:txXfrm>
    </dsp:sp>
    <dsp:sp modelId="{DD47D17B-FEAA-42EF-945F-67CFCE4A7BC0}">
      <dsp:nvSpPr>
        <dsp:cNvPr id="0" name=""/>
        <dsp:cNvSpPr/>
      </dsp:nvSpPr>
      <dsp:spPr>
        <a:xfrm>
          <a:off x="7686032" y="469737"/>
          <a:ext cx="2372171" cy="1138642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318" tIns="165100" rIns="234318" bIns="165100" numCol="1" spcCol="1270" anchor="ctr" anchorCtr="0">
          <a:noAutofit/>
        </a:bodyPr>
        <a:lstStyle/>
        <a:p>
          <a:pPr marL="0" lvl="0" indent="0" algn="l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700" kern="1200"/>
            <a:t>04</a:t>
          </a:r>
        </a:p>
      </dsp:txBody>
      <dsp:txXfrm>
        <a:off x="7686032" y="469737"/>
        <a:ext cx="2372171" cy="11386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92881C-BEAB-4BB5-BE6C-477D7D8252B5}">
      <dsp:nvSpPr>
        <dsp:cNvPr id="0" name=""/>
        <dsp:cNvSpPr/>
      </dsp:nvSpPr>
      <dsp:spPr>
        <a:xfrm>
          <a:off x="0" y="0"/>
          <a:ext cx="5873828" cy="22731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There are two main types of orders we can place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Market Orders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Limit Orders</a:t>
          </a:r>
        </a:p>
      </dsp:txBody>
      <dsp:txXfrm>
        <a:off x="66578" y="66578"/>
        <a:ext cx="3524360" cy="2139985"/>
      </dsp:txXfrm>
    </dsp:sp>
    <dsp:sp modelId="{B27D8ACC-7C76-43B9-82F6-7E7BE043E595}">
      <dsp:nvSpPr>
        <dsp:cNvPr id="0" name=""/>
        <dsp:cNvSpPr/>
      </dsp:nvSpPr>
      <dsp:spPr>
        <a:xfrm>
          <a:off x="1036558" y="2778283"/>
          <a:ext cx="5873828" cy="227314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Speed vs Certainty</a:t>
          </a:r>
        </a:p>
      </dsp:txBody>
      <dsp:txXfrm>
        <a:off x="1103136" y="2844861"/>
        <a:ext cx="3226573" cy="2139985"/>
      </dsp:txXfrm>
    </dsp:sp>
    <dsp:sp modelId="{FABF8C7C-13D7-4B8C-8966-6B877671256A}">
      <dsp:nvSpPr>
        <dsp:cNvPr id="0" name=""/>
        <dsp:cNvSpPr/>
      </dsp:nvSpPr>
      <dsp:spPr>
        <a:xfrm>
          <a:off x="4396287" y="1786941"/>
          <a:ext cx="1477541" cy="14775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728734" y="1786941"/>
        <a:ext cx="812647" cy="11118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7B475A-516B-499F-80CB-0BFB5AD38514}">
      <dsp:nvSpPr>
        <dsp:cNvPr id="0" name=""/>
        <dsp:cNvSpPr/>
      </dsp:nvSpPr>
      <dsp:spPr>
        <a:xfrm>
          <a:off x="0" y="653795"/>
          <a:ext cx="10058399" cy="12070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FF2E33-CF2F-486B-ABCA-73B8F85A2D36}">
      <dsp:nvSpPr>
        <dsp:cNvPr id="0" name=""/>
        <dsp:cNvSpPr/>
      </dsp:nvSpPr>
      <dsp:spPr>
        <a:xfrm>
          <a:off x="365119" y="925372"/>
          <a:ext cx="663854" cy="6638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198BCD-6C7C-4AA0-97FD-484422B4FF14}">
      <dsp:nvSpPr>
        <dsp:cNvPr id="0" name=""/>
        <dsp:cNvSpPr/>
      </dsp:nvSpPr>
      <dsp:spPr>
        <a:xfrm>
          <a:off x="1394094" y="653795"/>
          <a:ext cx="4526280" cy="1207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42" tIns="127742" rIns="127742" bIns="12774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Unrealized P&amp;L</a:t>
          </a:r>
        </a:p>
      </dsp:txBody>
      <dsp:txXfrm>
        <a:off x="1394094" y="653795"/>
        <a:ext cx="4526280" cy="1207008"/>
      </dsp:txXfrm>
    </dsp:sp>
    <dsp:sp modelId="{590E116E-76FC-4431-B900-EAD20218A520}">
      <dsp:nvSpPr>
        <dsp:cNvPr id="0" name=""/>
        <dsp:cNvSpPr/>
      </dsp:nvSpPr>
      <dsp:spPr>
        <a:xfrm>
          <a:off x="5920374" y="653795"/>
          <a:ext cx="4138025" cy="1207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42" tIns="127742" rIns="127742" bIns="127742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You still own the shares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Paper gains/losses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Changes every second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Not </a:t>
          </a:r>
          <a:r>
            <a:rPr lang="en-US" sz="1200" i="1" kern="1200" dirty="0"/>
            <a:t>re</a:t>
          </a:r>
          <a:r>
            <a:rPr lang="en-US" sz="1200" i="0" kern="1200" dirty="0"/>
            <a:t>al</a:t>
          </a:r>
          <a:r>
            <a:rPr lang="en-US" sz="1200" kern="1200" dirty="0"/>
            <a:t> until you sell</a:t>
          </a:r>
        </a:p>
      </dsp:txBody>
      <dsp:txXfrm>
        <a:off x="5920374" y="653795"/>
        <a:ext cx="4138025" cy="1207008"/>
      </dsp:txXfrm>
    </dsp:sp>
    <dsp:sp modelId="{D738BCAE-5B07-464B-89E6-45C038567ED2}">
      <dsp:nvSpPr>
        <dsp:cNvPr id="0" name=""/>
        <dsp:cNvSpPr/>
      </dsp:nvSpPr>
      <dsp:spPr>
        <a:xfrm>
          <a:off x="0" y="2162556"/>
          <a:ext cx="10058399" cy="12070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8EA448-B559-4024-89AB-FF8FA2B62429}">
      <dsp:nvSpPr>
        <dsp:cNvPr id="0" name=""/>
        <dsp:cNvSpPr/>
      </dsp:nvSpPr>
      <dsp:spPr>
        <a:xfrm>
          <a:off x="365119" y="2434132"/>
          <a:ext cx="663854" cy="6638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C8A262-E08B-43E2-B6ED-080478156724}">
      <dsp:nvSpPr>
        <dsp:cNvPr id="0" name=""/>
        <dsp:cNvSpPr/>
      </dsp:nvSpPr>
      <dsp:spPr>
        <a:xfrm>
          <a:off x="1394094" y="2162556"/>
          <a:ext cx="4526280" cy="1207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42" tIns="127742" rIns="127742" bIns="12774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Realized P&amp;L</a:t>
          </a:r>
        </a:p>
      </dsp:txBody>
      <dsp:txXfrm>
        <a:off x="1394094" y="2162556"/>
        <a:ext cx="4526280" cy="1207008"/>
      </dsp:txXfrm>
    </dsp:sp>
    <dsp:sp modelId="{BFA0D0EA-6685-41F6-96DB-FF8B6F05C229}">
      <dsp:nvSpPr>
        <dsp:cNvPr id="0" name=""/>
        <dsp:cNvSpPr/>
      </dsp:nvSpPr>
      <dsp:spPr>
        <a:xfrm>
          <a:off x="5920374" y="2162556"/>
          <a:ext cx="4138025" cy="1207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42" tIns="127742" rIns="127742" bIns="127742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You close the position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Money in/out of account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Fixed forever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Real money</a:t>
          </a:r>
        </a:p>
      </dsp:txBody>
      <dsp:txXfrm>
        <a:off x="5920374" y="2162556"/>
        <a:ext cx="4138025" cy="120700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08A13E-19ED-4F74-97C9-A67B56C15A9B}">
      <dsp:nvSpPr>
        <dsp:cNvPr id="0" name=""/>
        <dsp:cNvSpPr/>
      </dsp:nvSpPr>
      <dsp:spPr>
        <a:xfrm>
          <a:off x="0" y="347389"/>
          <a:ext cx="5127171" cy="143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97926" tIns="395732" rIns="39792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Start: $10,000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Lose 50% → $5,000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Need to recover: +100% (not +50%)</a:t>
          </a:r>
        </a:p>
      </dsp:txBody>
      <dsp:txXfrm>
        <a:off x="0" y="347389"/>
        <a:ext cx="5127171" cy="1436400"/>
      </dsp:txXfrm>
    </dsp:sp>
    <dsp:sp modelId="{6267F30C-8891-4E0C-9516-F4EAB80B0147}">
      <dsp:nvSpPr>
        <dsp:cNvPr id="0" name=""/>
        <dsp:cNvSpPr/>
      </dsp:nvSpPr>
      <dsp:spPr>
        <a:xfrm>
          <a:off x="256358" y="66949"/>
          <a:ext cx="3589020" cy="5608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5656" tIns="0" rIns="13565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asymmetry of recovery:</a:t>
          </a:r>
        </a:p>
      </dsp:txBody>
      <dsp:txXfrm>
        <a:off x="283738" y="94329"/>
        <a:ext cx="3534260" cy="506120"/>
      </dsp:txXfrm>
    </dsp:sp>
    <dsp:sp modelId="{85680876-2E32-4AD9-95EE-2E79D0B01635}">
      <dsp:nvSpPr>
        <dsp:cNvPr id="0" name=""/>
        <dsp:cNvSpPr/>
      </dsp:nvSpPr>
      <dsp:spPr>
        <a:xfrm>
          <a:off x="0" y="2166829"/>
          <a:ext cx="5127171" cy="143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97926" tIns="395732" rIns="39792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Start: $10,000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Lose 75% → $2,500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Need to recover: +300% (not +75%)</a:t>
          </a:r>
        </a:p>
      </dsp:txBody>
      <dsp:txXfrm>
        <a:off x="0" y="2166829"/>
        <a:ext cx="5127171" cy="1436400"/>
      </dsp:txXfrm>
    </dsp:sp>
    <dsp:sp modelId="{9889776F-0B2C-40EA-ADC3-C792CB471FC8}">
      <dsp:nvSpPr>
        <dsp:cNvPr id="0" name=""/>
        <dsp:cNvSpPr/>
      </dsp:nvSpPr>
      <dsp:spPr>
        <a:xfrm>
          <a:off x="256358" y="1886389"/>
          <a:ext cx="3589020" cy="5608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5656" tIns="0" rIns="13565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asymmetry of recovery:</a:t>
          </a:r>
        </a:p>
      </dsp:txBody>
      <dsp:txXfrm>
        <a:off x="283738" y="1913769"/>
        <a:ext cx="3534260" cy="506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3626C-F585-410E-AD9B-CD1D9E3F2667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46C62E-B73C-4134-A377-C91DBBA46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7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2010, a company spent </a:t>
            </a:r>
            <a:r>
              <a:rPr lang="en-US" b="1" dirty="0"/>
              <a:t>$300 million</a:t>
            </a:r>
            <a:r>
              <a:rPr lang="en-US" dirty="0"/>
              <a:t> digging a tunnel through mountains just to save </a:t>
            </a:r>
            <a:r>
              <a:rPr lang="en-US" b="1" dirty="0"/>
              <a:t>3 milliseconds</a:t>
            </a:r>
            <a:r>
              <a:rPr lang="en-US" dirty="0"/>
              <a:t>—that is 1/1000th of the time it takes you to blink.</a:t>
            </a:r>
          </a:p>
          <a:p>
            <a:endParaRPr lang="en-US" dirty="0"/>
          </a:p>
          <a:p>
            <a:r>
              <a:rPr lang="en-US" dirty="0"/>
              <a:t>Another firm spent </a:t>
            </a:r>
            <a:r>
              <a:rPr lang="en-US" b="1" dirty="0"/>
              <a:t>$14 million</a:t>
            </a:r>
            <a:r>
              <a:rPr lang="en-US" dirty="0"/>
              <a:t> on a microwave tower to save </a:t>
            </a:r>
            <a:r>
              <a:rPr lang="en-US" b="1" dirty="0"/>
              <a:t>0.07 milliseconds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If Wall Street is willing to spend half a billion dollars to be 0.003 seconds faster than you, do you really think your 'Market Order' is going to get the price you see on the screen?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6C62E-B73C-4134-A377-C91DBBA4676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76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That same purchase of </a:t>
            </a:r>
            <a:r>
              <a:rPr lang="en-US" b="1"/>
              <a:t>5,000 shares</a:t>
            </a:r>
            <a:r>
              <a:rPr lang="en-US"/>
              <a:t> of Nvidia counts as only </a:t>
            </a:r>
            <a:r>
              <a:rPr lang="en-US" b="1"/>
              <a:t>1 trade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2DA45-AEC1-4802-A9AC-33288EF9F6A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63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2DA45-AEC1-4802-A9AC-33288EF9F6A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178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stand there staring at each other. A trade only happens if one of you blinks.</a:t>
            </a:r>
          </a:p>
          <a:p>
            <a:endParaRPr lang="en-US" dirty="0"/>
          </a:p>
          <a:p>
            <a:r>
              <a:rPr lang="en-US" dirty="0"/>
              <a:t>If you get impatient and say 'Fine, I'll pay $10,000,' you just executed a </a:t>
            </a:r>
            <a:r>
              <a:rPr lang="en-US" b="1" dirty="0"/>
              <a:t>Market Order</a:t>
            </a:r>
            <a:r>
              <a:rPr lang="en-US" dirty="0"/>
              <a:t>. You crossed the spread and paid the Seller's price.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6C62E-B73C-4134-A377-C91DBBA4676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87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Imagine you own a rare watch worth $10,000. That is the 'Market Price.'</a:t>
            </a:r>
          </a:p>
          <a:p>
            <a:r>
              <a:rPr lang="en-US" dirty="0"/>
              <a:t>If you list it on eBay and wait a month, you might get $10,000. That is a </a:t>
            </a:r>
            <a:r>
              <a:rPr lang="en-US" b="1" dirty="0"/>
              <a:t>Limit Order</a:t>
            </a:r>
            <a:r>
              <a:rPr lang="en-US" dirty="0"/>
              <a:t>. You are being patient.</a:t>
            </a:r>
          </a:p>
          <a:p>
            <a:r>
              <a:rPr lang="en-US" dirty="0"/>
              <a:t>But if you need cash </a:t>
            </a:r>
            <a:r>
              <a:rPr lang="en-US" i="1" dirty="0"/>
              <a:t>tonight</a:t>
            </a:r>
            <a:r>
              <a:rPr lang="en-US" dirty="0"/>
              <a:t>, you go to a pawn shop. They say: 'I'll give you $8,000 cash right now.’</a:t>
            </a:r>
          </a:p>
          <a:p>
            <a:endParaRPr lang="en-US" dirty="0"/>
          </a:p>
          <a:p>
            <a:r>
              <a:rPr lang="en-US" dirty="0"/>
              <a:t>It is lower than the value, but it is immediate. When your bot sends a 'Market Sell' order, it is running to the pawn shop. It is saying, 'I don't care about fair value, I just want out.' And the market charges you for that panic."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6C62E-B73C-4134-A377-C91DBBA4676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078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Buy 10 shares at $100 = $1,000 cost Stock now at $110 Unrealized P&amp;L = ($110 - $100) × 10 = +$100 If you sell at $108: Realized P&amp;L = ($108 - $100) × 10 = +$80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6C62E-B73C-4134-A377-C91DBBA4676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640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I told you I made $1,000 yesterday, you might think I'm a good trader.</a:t>
            </a:r>
          </a:p>
          <a:p>
            <a:r>
              <a:rPr lang="en-US" dirty="0"/>
              <a:t>But if I told you I used $1,000,000 to make that $1,000, you'd realize I actually performed worse than a savings account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Always think in Percentages.</a:t>
            </a:r>
            <a:endParaRPr lang="en-US" dirty="0"/>
          </a:p>
          <a:p>
            <a:r>
              <a:rPr lang="en-US" dirty="0"/>
              <a:t>Also, look at the chart on the right. Percentages reveal the 'Math of Ruin.' If your bot loses 50% of its cash, it doesn't need a 50% gain to get back to even. It needs a </a:t>
            </a:r>
            <a:r>
              <a:rPr lang="en-US" b="1" dirty="0"/>
              <a:t>100%</a:t>
            </a:r>
            <a:r>
              <a:rPr lang="en-US" dirty="0"/>
              <a:t> gain.</a:t>
            </a:r>
          </a:p>
          <a:p>
            <a:r>
              <a:rPr lang="en-US" dirty="0"/>
              <a:t>Digging out of a hole is twice as hard as falling in. That is why we obsess over Risk Management."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6C62E-B73C-4134-A377-C91DBBA4676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0084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Losses hurt more than gains help </a:t>
            </a:r>
          </a:p>
          <a:p>
            <a:pPr marL="171450" indent="-171450">
              <a:buFontTx/>
              <a:buChar char="-"/>
            </a:pPr>
            <a:r>
              <a:rPr lang="en-US" dirty="0"/>
              <a:t>- This is why risk management exists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6C62E-B73C-4134-A377-C91DBBA4676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809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E22EA-5A77-4A06-8B5A-BAA0C2B2BE92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CCA08-27D8-4A06-A413-FEF1A056C56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245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E22EA-5A77-4A06-8B5A-BAA0C2B2BE92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CCA08-27D8-4A06-A413-FEF1A056C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4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E22EA-5A77-4A06-8B5A-BAA0C2B2BE92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CCA08-27D8-4A06-A413-FEF1A056C56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7187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E22EA-5A77-4A06-8B5A-BAA0C2B2BE92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CCA08-27D8-4A06-A413-FEF1A056C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514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E22EA-5A77-4A06-8B5A-BAA0C2B2BE92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CCA08-27D8-4A06-A413-FEF1A056C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15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E22EA-5A77-4A06-8B5A-BAA0C2B2BE92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CCA08-27D8-4A06-A413-FEF1A056C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487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E22EA-5A77-4A06-8B5A-BAA0C2B2BE92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CCA08-27D8-4A06-A413-FEF1A056C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874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02E22EA-5A77-4A06-8B5A-BAA0C2B2BE92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7CCA08-27D8-4A06-A413-FEF1A056C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382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E22EA-5A77-4A06-8B5A-BAA0C2B2BE92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CCA08-27D8-4A06-A413-FEF1A056C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671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E22EA-5A77-4A06-8B5A-BAA0C2B2BE92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CCA08-27D8-4A06-A413-FEF1A056C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05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E22EA-5A77-4A06-8B5A-BAA0C2B2BE92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CCA08-27D8-4A06-A413-FEF1A056C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77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02E22EA-5A77-4A06-8B5A-BAA0C2B2BE92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67CCA08-27D8-4A06-A413-FEF1A056C56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270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5.jpe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3BDB2-C0D0-8B9C-A456-686F81FC2D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From Signals to Trades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D45674-4ADB-82E3-CC62-247426F19C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Goodbye savings, hello sadness</a:t>
            </a:r>
          </a:p>
        </p:txBody>
      </p:sp>
    </p:spTree>
    <p:extLst>
      <p:ext uri="{BB962C8B-B14F-4D97-AF65-F5344CB8AC3E}">
        <p14:creationId xmlns:p14="http://schemas.microsoft.com/office/powerpoint/2010/main" val="991673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E3EF3-6645-7F9E-613F-6B56AA99A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Critical Transition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B0D4C-5A8B-D7CA-F8A4-3070E6DFC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week</a:t>
            </a:r>
          </a:p>
          <a:p>
            <a:pPr lvl="1"/>
            <a:r>
              <a:rPr lang="en-US" dirty="0"/>
              <a:t>We built filters – EMA, RSI, Logic Gates</a:t>
            </a:r>
          </a:p>
          <a:p>
            <a:pPr lvl="1"/>
            <a:r>
              <a:rPr lang="en-US" dirty="0"/>
              <a:t>We tried to encode reason when looking at data</a:t>
            </a:r>
          </a:p>
          <a:p>
            <a:pPr lvl="1"/>
            <a:r>
              <a:rPr lang="en-US" dirty="0"/>
              <a:t>We claimed that </a:t>
            </a:r>
            <a:r>
              <a:rPr lang="en-US" i="1" dirty="0"/>
              <a:t>if</a:t>
            </a:r>
            <a:r>
              <a:rPr lang="en-US" dirty="0"/>
              <a:t> we could see these things, it might be possible to understand them</a:t>
            </a:r>
          </a:p>
          <a:p>
            <a:r>
              <a:rPr lang="en-US" dirty="0"/>
              <a:t>We have not yet addressed where 90% of trading strategies go to die</a:t>
            </a:r>
          </a:p>
          <a:p>
            <a:pPr lvl="1"/>
            <a:r>
              <a:rPr lang="en-US" dirty="0"/>
              <a:t>Between our </a:t>
            </a:r>
            <a:r>
              <a:rPr lang="en-US" b="1" dirty="0"/>
              <a:t>if</a:t>
            </a:r>
            <a:r>
              <a:rPr lang="en-US" dirty="0"/>
              <a:t> statements and the executed trade lies </a:t>
            </a:r>
            <a:r>
              <a:rPr lang="en-US" i="1" dirty="0"/>
              <a:t>the real world</a:t>
            </a:r>
          </a:p>
          <a:p>
            <a:pPr lvl="2"/>
            <a:r>
              <a:rPr lang="en-US" dirty="0"/>
              <a:t>Between a signal and our bank account lies </a:t>
            </a:r>
            <a:r>
              <a:rPr lang="en-US" i="1" dirty="0"/>
              <a:t>the execution gap</a:t>
            </a:r>
          </a:p>
          <a:p>
            <a:pPr lvl="2"/>
            <a:r>
              <a:rPr lang="en-US" dirty="0"/>
              <a:t>This gap is filled with friction: network latency, exchange fees, spread, liquidity</a:t>
            </a:r>
          </a:p>
          <a:p>
            <a:pPr lvl="2"/>
            <a:r>
              <a:rPr lang="en-US" dirty="0"/>
              <a:t>Reality can also changes in microseconds</a:t>
            </a:r>
            <a:endParaRPr lang="en-US" i="1" dirty="0"/>
          </a:p>
          <a:p>
            <a:r>
              <a:rPr lang="en-US" dirty="0"/>
              <a:t>This week we try to bridge this gap as much as possible</a:t>
            </a:r>
          </a:p>
          <a:p>
            <a:pPr lvl="1"/>
            <a:r>
              <a:rPr lang="en-US" dirty="0"/>
              <a:t>We are also going to actually make trades!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434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0AB7-7C91-3020-ACB3-8381309A5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Three Lies We Believe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BB6A2-0AC6-F482-F6EA-E733DA8E0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Code: if RSI &lt;30 THEN BUY</a:t>
            </a:r>
          </a:p>
          <a:p>
            <a:r>
              <a:rPr lang="en-US" dirty="0"/>
              <a:t>Buy? How much? With what money? At what Price?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943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B16355-27FB-445B-B646-02AB73637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722571-FC0C-30E2-4B2A-E591738FD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7212" y="634946"/>
            <a:ext cx="3372529" cy="5055904"/>
          </a:xfrm>
        </p:spPr>
        <p:txBody>
          <a:bodyPr anchor="ctr">
            <a:normAutofit/>
          </a:bodyPr>
          <a:lstStyle/>
          <a:p>
            <a:r>
              <a:rPr lang="en-US" dirty="0"/>
              <a:t>Lie #1: Signals are Enough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DA680F-F6AC-453E-A8BF-C5BDED285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6978" y="1791298"/>
            <a:ext cx="0" cy="274320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B3BF2E5-C3AB-441F-A430-491119C56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07C90B-B81A-473B-8919-CA924E61F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66D176-57EA-8A75-1805-20DFA06B10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7811823"/>
              </p:ext>
            </p:extLst>
          </p:nvPr>
        </p:nvGraphicFramePr>
        <p:xfrm>
          <a:off x="633413" y="639763"/>
          <a:ext cx="6910387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0543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84B70D5-875B-433D-BDBD-1522A85D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26F24-4998-F493-2615-D1EA66602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>
            <a:normAutofit/>
          </a:bodyPr>
          <a:lstStyle/>
          <a:p>
            <a:r>
              <a:rPr lang="en-US" dirty="0"/>
              <a:t>Lie #2: Prices Are Real</a:t>
            </a:r>
          </a:p>
        </p:txBody>
      </p:sp>
      <p:pic>
        <p:nvPicPr>
          <p:cNvPr id="1026" name="Picture 2" descr="Understanding Slippage and Spread for Token Performance | Zerospread posted  on the topic | LinkedIn">
            <a:extLst>
              <a:ext uri="{FF2B5EF4-FFF2-40B4-BE49-F238E27FC236}">
                <a16:creationId xmlns:a16="http://schemas.microsoft.com/office/drawing/2014/main" id="{8DA15A1E-618B-9BC6-13E4-89B5C953B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999" y="1569834"/>
            <a:ext cx="6909801" cy="345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C947DF4A-614C-4B4C-8B80-E5B9D8E8C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EECEF-A51A-FB38-E1CF-E117534C1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4"/>
            <a:ext cx="3690257" cy="3670180"/>
          </a:xfrm>
        </p:spPr>
        <p:txBody>
          <a:bodyPr>
            <a:normAutofit/>
          </a:bodyPr>
          <a:lstStyle/>
          <a:p>
            <a:r>
              <a:rPr lang="en-US" dirty="0"/>
              <a:t>My indicator shows NVDA is priced at $150.00!!!</a:t>
            </a:r>
          </a:p>
          <a:p>
            <a:r>
              <a:rPr lang="en-US" dirty="0"/>
              <a:t>The price we see is often </a:t>
            </a:r>
            <a:r>
              <a:rPr lang="en-US" b="1" dirty="0"/>
              <a:t>not</a:t>
            </a:r>
            <a:r>
              <a:rPr lang="en-US" dirty="0"/>
              <a:t> the purchase price</a:t>
            </a:r>
          </a:p>
          <a:p>
            <a:r>
              <a:rPr lang="en-US" dirty="0"/>
              <a:t>This confusing notion is described via </a:t>
            </a:r>
            <a:r>
              <a:rPr lang="en-US" b="1" dirty="0"/>
              <a:t>slippage </a:t>
            </a:r>
            <a:r>
              <a:rPr lang="en-US" dirty="0"/>
              <a:t> and </a:t>
            </a:r>
            <a:r>
              <a:rPr lang="en-US" b="1" dirty="0"/>
              <a:t>spread</a:t>
            </a:r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1E299956-A9E7-4FC1-A0B1-D590CA973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17FC539C-B783-4B03-9F9E-D13430F3F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899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0AF5D-122B-F39F-47B8-BDC689BCF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Lie #3: Bots are Instant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BDD65-9BF4-C3F2-9865-3F24C32EE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Our N8N workflow takes 2-5 seconds to execute</a:t>
            </a:r>
          </a:p>
          <a:p>
            <a:pPr lvl="1"/>
            <a:r>
              <a:rPr lang="en-US" dirty="0"/>
              <a:t>Will take longer as we continue to build onto it. </a:t>
            </a:r>
          </a:p>
          <a:p>
            <a:pPr lvl="1"/>
            <a:r>
              <a:rPr lang="en-US" dirty="0"/>
              <a:t>We cannot compete on speed</a:t>
            </a:r>
          </a:p>
          <a:p>
            <a:r>
              <a:rPr lang="en-US" dirty="0"/>
              <a:t>We know the market moves </a:t>
            </a:r>
            <a:r>
              <a:rPr lang="en-US" i="1" dirty="0"/>
              <a:t>fast</a:t>
            </a:r>
            <a:r>
              <a:rPr lang="en-US" dirty="0"/>
              <a:t> during this time</a:t>
            </a:r>
          </a:p>
          <a:p>
            <a:pPr lvl="1"/>
            <a:r>
              <a:rPr lang="en-US" dirty="0"/>
              <a:t>By the time our order arrives, the world has shifted</a:t>
            </a:r>
          </a:p>
          <a:p>
            <a:r>
              <a:rPr lang="en-US" dirty="0"/>
              <a:t>In 2010, Spread Networks spent $300 million to drill fiber optic cables through the Allegheny Mountains from Chicago to New York</a:t>
            </a:r>
          </a:p>
          <a:p>
            <a:pPr lvl="1"/>
            <a:r>
              <a:rPr lang="en-US" dirty="0"/>
              <a:t>They shaved off 3 </a:t>
            </a:r>
            <a:r>
              <a:rPr lang="en-US" b="1" dirty="0"/>
              <a:t>milliseconds</a:t>
            </a:r>
            <a:endParaRPr lang="en-US" dirty="0"/>
          </a:p>
          <a:p>
            <a:pPr lvl="2"/>
            <a:r>
              <a:rPr lang="en-US" dirty="0"/>
              <a:t>$100 million per millisecond</a:t>
            </a:r>
          </a:p>
          <a:p>
            <a:r>
              <a:rPr lang="en-US" dirty="0"/>
              <a:t>A high frequency trading firm called </a:t>
            </a:r>
            <a:r>
              <a:rPr lang="en-US" i="1" dirty="0"/>
              <a:t>jump trading</a:t>
            </a:r>
            <a:r>
              <a:rPr lang="en-US" dirty="0"/>
              <a:t> bought a plot of land near the CME data center for $14 million</a:t>
            </a:r>
          </a:p>
          <a:p>
            <a:pPr lvl="1"/>
            <a:r>
              <a:rPr lang="en-US" dirty="0"/>
              <a:t>They built a microwave radio tower to shave </a:t>
            </a:r>
            <a:r>
              <a:rPr lang="en-US" b="1" dirty="0"/>
              <a:t>0.07 milliseconds</a:t>
            </a:r>
            <a:r>
              <a:rPr lang="en-US" dirty="0"/>
              <a:t> </a:t>
            </a:r>
          </a:p>
          <a:p>
            <a:r>
              <a:rPr lang="en-US" dirty="0"/>
              <a:t>To be </a:t>
            </a:r>
            <a:r>
              <a:rPr lang="en-US" i="1" dirty="0"/>
              <a:t>fast</a:t>
            </a:r>
            <a:r>
              <a:rPr lang="en-US" dirty="0"/>
              <a:t> and </a:t>
            </a:r>
            <a:r>
              <a:rPr lang="en-US" i="1" dirty="0"/>
              <a:t>competitive </a:t>
            </a:r>
            <a:r>
              <a:rPr lang="en-US" dirty="0"/>
              <a:t>we need a cross-connect physical cable to an exchange</a:t>
            </a:r>
          </a:p>
          <a:p>
            <a:pPr lvl="1"/>
            <a:r>
              <a:rPr lang="en-US" dirty="0"/>
              <a:t>$33,000 a month to rent</a:t>
            </a:r>
          </a:p>
          <a:p>
            <a:pPr lvl="1"/>
            <a:r>
              <a:rPr lang="en-US" b="1" dirty="0"/>
              <a:t>Our Budget: $0</a:t>
            </a:r>
          </a:p>
        </p:txBody>
      </p:sp>
      <p:pic>
        <p:nvPicPr>
          <p:cNvPr id="4098" name="Picture 2" descr="Allegheny Mountains">
            <a:extLst>
              <a:ext uri="{FF2B5EF4-FFF2-40B4-BE49-F238E27FC236}">
                <a16:creationId xmlns:a16="http://schemas.microsoft.com/office/drawing/2014/main" id="{DD820C19-2582-BD79-8293-FFC390B74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5247" y="1454849"/>
            <a:ext cx="2600064" cy="1736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7559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84617-2BEC-D669-8583-8FE26D73C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This week's goal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34FCEA-FF96-58F3-1754-D2FF7FBBA7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7258160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0424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52381-930E-61C8-0EC9-9F0D64D72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From Week 2: What Is A </a:t>
            </a:r>
            <a:r>
              <a:rPr lang="en-US" b="1" dirty="0"/>
              <a:t>Trade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C4816-0DA1-72BD-02A2-BB6F6B85E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A </a:t>
            </a:r>
            <a:r>
              <a:rPr lang="en-US" b="1" u="sng"/>
              <a:t>trade</a:t>
            </a:r>
            <a:r>
              <a:rPr lang="en-US"/>
              <a:t> is an agreement on price, but a disagreement on value.</a:t>
            </a:r>
          </a:p>
          <a:p>
            <a:pPr lvl="1"/>
            <a:r>
              <a:rPr lang="en-US"/>
              <a:t>In the financial world when a person buys something he/she thinks it will go up in price. </a:t>
            </a:r>
          </a:p>
          <a:p>
            <a:pPr lvl="1"/>
            <a:r>
              <a:rPr lang="en-US"/>
              <a:t>The person selling the item thinks it will go down in value.</a:t>
            </a:r>
          </a:p>
          <a:p>
            <a:r>
              <a:rPr lang="en-US"/>
              <a:t>Whenever a person makes a trade, they decide to </a:t>
            </a:r>
            <a:r>
              <a:rPr lang="en-US" b="1"/>
              <a:t>enter</a:t>
            </a:r>
            <a:r>
              <a:rPr lang="en-US"/>
              <a:t> into the trade and </a:t>
            </a:r>
            <a:r>
              <a:rPr lang="en-US" b="1"/>
              <a:t>exit</a:t>
            </a:r>
            <a:r>
              <a:rPr lang="en-US"/>
              <a:t> out of the trade</a:t>
            </a:r>
          </a:p>
          <a:p>
            <a:pPr lvl="1"/>
            <a:r>
              <a:rPr lang="en-US"/>
              <a:t>The </a:t>
            </a:r>
            <a:r>
              <a:rPr lang="en-US" b="1"/>
              <a:t>exit</a:t>
            </a:r>
            <a:r>
              <a:rPr lang="en-US"/>
              <a:t> is when you eventually </a:t>
            </a:r>
            <a:r>
              <a:rPr lang="en-US" i="1"/>
              <a:t>sell</a:t>
            </a:r>
            <a:r>
              <a:rPr lang="en-US"/>
              <a:t> the stock(hopefully for a profit)</a:t>
            </a:r>
          </a:p>
          <a:p>
            <a:r>
              <a:rPr lang="en-US"/>
              <a:t>As of ’25, the average daily share volume across all U.S. exchanges sits at around 12 to 18 billion shares </a:t>
            </a:r>
          </a:p>
          <a:p>
            <a:pPr lvl="1"/>
            <a:r>
              <a:rPr lang="en-US"/>
              <a:t>NVDA alone often sees over 170 million shares traded in a single day</a:t>
            </a:r>
          </a:p>
          <a:p>
            <a:pPr lvl="1"/>
            <a:r>
              <a:rPr lang="en-US"/>
              <a:t>60 million individual trades a day</a:t>
            </a:r>
          </a:p>
          <a:p>
            <a:pPr lvl="2"/>
            <a:r>
              <a:rPr lang="en-US"/>
              <a:t>That same purchase of </a:t>
            </a:r>
            <a:r>
              <a:rPr lang="en-US" b="1"/>
              <a:t>5,000 shares</a:t>
            </a:r>
            <a:r>
              <a:rPr lang="en-US"/>
              <a:t> of Nvidia counts as only </a:t>
            </a:r>
            <a:r>
              <a:rPr lang="en-US" b="1"/>
              <a:t>1 trade</a:t>
            </a:r>
            <a:endParaRPr lang="en-US"/>
          </a:p>
          <a:p>
            <a:r>
              <a:rPr lang="en-US"/>
              <a:t>This equates to about 10 trillion dollars worth of money changing hands globally each day</a:t>
            </a:r>
          </a:p>
          <a:p>
            <a:r>
              <a:rPr lang="en-US"/>
              <a:t>We typically see two main categories of trades: </a:t>
            </a:r>
            <a:r>
              <a:rPr lang="en-US" b="1"/>
              <a:t>Long </a:t>
            </a:r>
            <a:r>
              <a:rPr lang="en-US"/>
              <a:t>and </a:t>
            </a:r>
            <a:r>
              <a:rPr lang="en-US" b="1"/>
              <a:t>Short</a:t>
            </a:r>
            <a:r>
              <a:rPr lang="en-US"/>
              <a:t> trades 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367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DF31A-CF33-B02E-9EFF-5B80C14F8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Long Trades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194E3-3D14-C459-7924-EF086FBAE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Normally, a person enters a trade by </a:t>
            </a:r>
            <a:r>
              <a:rPr lang="en-US" b="1"/>
              <a:t>buying</a:t>
            </a:r>
            <a:r>
              <a:rPr lang="en-US"/>
              <a:t> something, then exists the trade by </a:t>
            </a:r>
            <a:r>
              <a:rPr lang="en-US" b="1"/>
              <a:t>selling </a:t>
            </a:r>
            <a:r>
              <a:rPr lang="en-US"/>
              <a:t>it to someone else</a:t>
            </a:r>
          </a:p>
          <a:p>
            <a:r>
              <a:rPr lang="en-US"/>
              <a:t>When you </a:t>
            </a:r>
            <a:r>
              <a:rPr lang="en-US" b="1"/>
              <a:t>buy to enter</a:t>
            </a:r>
            <a:r>
              <a:rPr lang="en-US"/>
              <a:t> and </a:t>
            </a:r>
            <a:r>
              <a:rPr lang="en-US" b="1"/>
              <a:t>sell to exit</a:t>
            </a:r>
            <a:r>
              <a:rPr lang="en-US"/>
              <a:t> this process is called a </a:t>
            </a:r>
            <a:r>
              <a:rPr lang="en-US" b="1"/>
              <a:t>long trade</a:t>
            </a:r>
          </a:p>
          <a:p>
            <a:r>
              <a:rPr lang="en-US"/>
              <a:t>A person who has entered a long trade, but has not exited the trade is considered to be in a </a:t>
            </a:r>
            <a:r>
              <a:rPr lang="en-US" b="1"/>
              <a:t>long position</a:t>
            </a:r>
            <a:r>
              <a:rPr lang="en-US"/>
              <a:t>. </a:t>
            </a:r>
          </a:p>
          <a:p>
            <a:pPr lvl="1"/>
            <a:r>
              <a:rPr lang="en-US"/>
              <a:t>This is taken by those who believe a particular stock is going to </a:t>
            </a:r>
            <a:r>
              <a:rPr lang="en-US" b="1"/>
              <a:t>go up</a:t>
            </a:r>
            <a:r>
              <a:rPr lang="en-US"/>
              <a:t> in value </a:t>
            </a:r>
          </a:p>
          <a:p>
            <a:pPr lvl="2"/>
            <a:r>
              <a:rPr lang="en-US"/>
              <a:t>Ie: we buy AMD at $11 a share in 2017, sell it for $213 in 2025 and make about $202 per share</a:t>
            </a:r>
          </a:p>
        </p:txBody>
      </p:sp>
      <p:pic>
        <p:nvPicPr>
          <p:cNvPr id="5" name="Picture 4" descr="A graph with red and black lines&#10;&#10;AI-generated content may be incorrect.">
            <a:extLst>
              <a:ext uri="{FF2B5EF4-FFF2-40B4-BE49-F238E27FC236}">
                <a16:creationId xmlns:a16="http://schemas.microsoft.com/office/drawing/2014/main" id="{2E926BF2-BA50-39C7-9CFD-E71AAB270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747" y="4289609"/>
            <a:ext cx="4916051" cy="184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847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21233-250D-EC13-E8EF-FB790D0F0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Short Trade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08A26-08DC-A915-A4FA-1ACCB2FAB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short trade is when a person enters a trade by first </a:t>
            </a:r>
            <a:r>
              <a:rPr lang="en-US" b="1"/>
              <a:t>selling</a:t>
            </a:r>
            <a:r>
              <a:rPr lang="en-US"/>
              <a:t> something, then exits the trade by </a:t>
            </a:r>
            <a:r>
              <a:rPr lang="en-US" b="1"/>
              <a:t>buying</a:t>
            </a:r>
            <a:r>
              <a:rPr lang="en-US"/>
              <a:t> it back</a:t>
            </a:r>
          </a:p>
          <a:p>
            <a:r>
              <a:rPr lang="en-US"/>
              <a:t>When you </a:t>
            </a:r>
            <a:r>
              <a:rPr lang="en-US" b="1"/>
              <a:t>sell to enter</a:t>
            </a:r>
            <a:r>
              <a:rPr lang="en-US"/>
              <a:t> and </a:t>
            </a:r>
            <a:r>
              <a:rPr lang="en-US" b="1"/>
              <a:t>buy to exit</a:t>
            </a:r>
            <a:r>
              <a:rPr lang="en-US"/>
              <a:t> this is called a short trade</a:t>
            </a:r>
          </a:p>
          <a:p>
            <a:r>
              <a:rPr lang="en-US"/>
              <a:t>A person who has entered a short trade, but has not exited the trade is considered to be in a </a:t>
            </a:r>
            <a:r>
              <a:rPr lang="en-US" b="1"/>
              <a:t>short position</a:t>
            </a:r>
            <a:endParaRPr lang="en-US"/>
          </a:p>
          <a:p>
            <a:pPr lvl="1"/>
            <a:r>
              <a:rPr lang="en-US"/>
              <a:t>They are taking the stance that a particular stock is going to decrease in value</a:t>
            </a:r>
          </a:p>
          <a:p>
            <a:r>
              <a:rPr lang="en-US"/>
              <a:t>Say you </a:t>
            </a:r>
            <a:r>
              <a:rPr lang="en-US" b="1"/>
              <a:t>sell</a:t>
            </a:r>
            <a:r>
              <a:rPr lang="en-US"/>
              <a:t> a single share of NVDA stock at $220 and </a:t>
            </a:r>
            <a:r>
              <a:rPr lang="en-US" b="1"/>
              <a:t>buy</a:t>
            </a:r>
            <a:r>
              <a:rPr lang="en-US"/>
              <a:t> it back at $200, even though the stock itself went down 20 points, you still made a profit of $20 </a:t>
            </a:r>
          </a:p>
        </p:txBody>
      </p:sp>
      <p:pic>
        <p:nvPicPr>
          <p:cNvPr id="5" name="Picture 4" descr="A graph with red and black lines&#10;&#10;AI-generated content may be incorrect.">
            <a:extLst>
              <a:ext uri="{FF2B5EF4-FFF2-40B4-BE49-F238E27FC236}">
                <a16:creationId xmlns:a16="http://schemas.microsoft.com/office/drawing/2014/main" id="{B0B8839A-E1A0-383E-2244-9DB3FF30E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9106" y="4418627"/>
            <a:ext cx="4478613" cy="229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798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47C3B-691C-A4F2-5B4A-CF659F81B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/>
              <a:t>Going Short: How can you sell what you don’t own?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44071-6FDB-D21B-55D2-6150909D1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brokerage firm keeps track of all trades you make</a:t>
            </a:r>
          </a:p>
          <a:p>
            <a:r>
              <a:rPr lang="en-US"/>
              <a:t>In our </a:t>
            </a:r>
            <a:r>
              <a:rPr lang="en-US" b="1"/>
              <a:t>long trade </a:t>
            </a:r>
            <a:r>
              <a:rPr lang="en-US"/>
              <a:t>case, the firm would keep a record of how many shares(+N) you purchased, at what date, at what price</a:t>
            </a:r>
          </a:p>
          <a:p>
            <a:pPr lvl="1"/>
            <a:r>
              <a:rPr lang="en-US"/>
              <a:t>When you exit, they would move your balance back to </a:t>
            </a:r>
            <a:r>
              <a:rPr lang="en-US" i="1"/>
              <a:t>zero</a:t>
            </a:r>
            <a:r>
              <a:rPr lang="en-US"/>
              <a:t> shares(-N)</a:t>
            </a:r>
          </a:p>
          <a:p>
            <a:r>
              <a:rPr lang="en-US"/>
              <a:t>In our </a:t>
            </a:r>
            <a:r>
              <a:rPr lang="en-US" b="1"/>
              <a:t>short trade</a:t>
            </a:r>
            <a:r>
              <a:rPr lang="en-US"/>
              <a:t> case, the firm would keep a record of how many shares you sold(-N)</a:t>
            </a:r>
          </a:p>
          <a:p>
            <a:pPr lvl="1"/>
            <a:r>
              <a:rPr lang="en-US"/>
              <a:t>When you exit, they would move your balance back to </a:t>
            </a:r>
            <a:r>
              <a:rPr lang="en-US" i="1"/>
              <a:t>zero</a:t>
            </a:r>
            <a:r>
              <a:rPr lang="en-US"/>
              <a:t> shares(+N)</a:t>
            </a:r>
          </a:p>
          <a:p>
            <a:pPr lvl="1"/>
            <a:r>
              <a:rPr lang="en-US"/>
              <a:t>You effectively </a:t>
            </a:r>
            <a:r>
              <a:rPr lang="en-US" i="1"/>
              <a:t>owe</a:t>
            </a:r>
            <a:r>
              <a:rPr lang="en-US"/>
              <a:t> the brokerage N firms that you buy at a later date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536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951C4-5966-235C-1835-BDCD76058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Timing the Market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DB120-4231-FBE8-5B85-10827F67E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Day traders attempt(and fail) at trying to time these up and down swings</a:t>
            </a:r>
          </a:p>
          <a:p>
            <a:pPr lvl="1"/>
            <a:r>
              <a:rPr lang="en-US"/>
              <a:t>Yet it is possible to take full advantage of both upward and downward price movements</a:t>
            </a:r>
          </a:p>
          <a:p>
            <a:pPr lvl="1"/>
            <a:r>
              <a:rPr lang="en-US"/>
              <a:t>In a perfect world, you would go long at the green arrows, go short at the red arrows</a:t>
            </a:r>
          </a:p>
        </p:txBody>
      </p:sp>
      <p:pic>
        <p:nvPicPr>
          <p:cNvPr id="5" name="Picture 4" descr="A graph with arrows pointing upwards&#10;&#10;AI-generated content may be incorrect.">
            <a:extLst>
              <a:ext uri="{FF2B5EF4-FFF2-40B4-BE49-F238E27FC236}">
                <a16:creationId xmlns:a16="http://schemas.microsoft.com/office/drawing/2014/main" id="{E01E5256-1E24-0F9B-12AB-6CCB7FCF4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7807" y="2945502"/>
            <a:ext cx="5506218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556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9B1AB-75DA-7808-2726-2059DE151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49C5B-9C3D-E330-9C0E-54752AF05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Position</a:t>
            </a:r>
            <a:r>
              <a:rPr lang="en-US" dirty="0"/>
              <a:t>: This is the current </a:t>
            </a:r>
            <a:r>
              <a:rPr lang="en-US" i="1" dirty="0"/>
              <a:t>holdings</a:t>
            </a:r>
            <a:r>
              <a:rPr lang="en-US" dirty="0"/>
              <a:t> you currently have. </a:t>
            </a:r>
          </a:p>
          <a:p>
            <a:pPr lvl="1"/>
            <a:r>
              <a:rPr lang="en-US" dirty="0"/>
              <a:t>It’s what you </a:t>
            </a:r>
            <a:r>
              <a:rPr lang="en-US" i="1" dirty="0"/>
              <a:t>own </a:t>
            </a:r>
            <a:r>
              <a:rPr lang="en-US" dirty="0"/>
              <a:t>right now</a:t>
            </a:r>
          </a:p>
        </p:txBody>
      </p:sp>
      <p:pic>
        <p:nvPicPr>
          <p:cNvPr id="5122" name="Picture 2" descr="Open Positions - PersonalFinanceLab">
            <a:extLst>
              <a:ext uri="{FF2B5EF4-FFF2-40B4-BE49-F238E27FC236}">
                <a16:creationId xmlns:a16="http://schemas.microsoft.com/office/drawing/2014/main" id="{0B8491AE-0E3D-15BB-3B7D-0A29F133A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3191" y="2872048"/>
            <a:ext cx="516255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Long vs Short Positions | Freedom24">
            <a:extLst>
              <a:ext uri="{FF2B5EF4-FFF2-40B4-BE49-F238E27FC236}">
                <a16:creationId xmlns:a16="http://schemas.microsoft.com/office/drawing/2014/main" id="{134FFCAC-2B43-1B11-0D37-A0C6CD936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086" y="3125894"/>
            <a:ext cx="433705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7832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B5607-E4DB-7271-F41F-DE6357EB9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Positions Matter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2851E-CFC6-DB3D-79DA-C86945E82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Remember:</a:t>
            </a:r>
          </a:p>
          <a:p>
            <a:pPr lvl="1"/>
            <a:r>
              <a:rPr lang="en-US" dirty="0"/>
              <a:t>We are operating in a hostile environment</a:t>
            </a:r>
          </a:p>
          <a:p>
            <a:pPr lvl="2"/>
            <a:r>
              <a:rPr lang="en-US" dirty="0"/>
              <a:t>Moves rapidly</a:t>
            </a:r>
          </a:p>
          <a:p>
            <a:pPr lvl="2"/>
            <a:r>
              <a:rPr lang="en-US" dirty="0"/>
              <a:t>Large amounts of external factors</a:t>
            </a:r>
          </a:p>
          <a:p>
            <a:r>
              <a:rPr lang="en-US" dirty="0"/>
              <a:t>It’s important we understand our own position</a:t>
            </a:r>
          </a:p>
          <a:p>
            <a:pPr lvl="1"/>
            <a:r>
              <a:rPr lang="en-US" dirty="0"/>
              <a:t>If a buy signal triggers</a:t>
            </a:r>
          </a:p>
          <a:p>
            <a:pPr lvl="2"/>
            <a:r>
              <a:rPr lang="en-US" dirty="0"/>
              <a:t>If we already own 10 shares for some company</a:t>
            </a:r>
          </a:p>
          <a:p>
            <a:pPr lvl="3"/>
            <a:r>
              <a:rPr lang="en-US" dirty="0"/>
              <a:t>Do we buy 10 more?</a:t>
            </a:r>
          </a:p>
          <a:p>
            <a:pPr lvl="3"/>
            <a:r>
              <a:rPr lang="en-US" dirty="0"/>
              <a:t>Do we not do anything?</a:t>
            </a:r>
          </a:p>
          <a:p>
            <a:pPr lvl="3"/>
            <a:r>
              <a:rPr lang="en-US" dirty="0"/>
              <a:t>Do we sell what we already have for a profit? </a:t>
            </a:r>
          </a:p>
          <a:p>
            <a:pPr lvl="4"/>
            <a:r>
              <a:rPr lang="en-US" dirty="0"/>
              <a:t>Contrarian move</a:t>
            </a:r>
          </a:p>
          <a:p>
            <a:pPr lvl="1"/>
            <a:r>
              <a:rPr lang="en-US" dirty="0"/>
              <a:t>This is ultimately encoding </a:t>
            </a:r>
            <a:r>
              <a:rPr lang="en-US" b="1" dirty="0"/>
              <a:t>decisions</a:t>
            </a:r>
            <a:r>
              <a:rPr lang="en-US" dirty="0"/>
              <a:t> our bot must understand and make</a:t>
            </a:r>
          </a:p>
        </p:txBody>
      </p:sp>
    </p:spTree>
    <p:extLst>
      <p:ext uri="{BB962C8B-B14F-4D97-AF65-F5344CB8AC3E}">
        <p14:creationId xmlns:p14="http://schemas.microsoft.com/office/powerpoint/2010/main" val="421020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F4F6-BF0E-4BC7-FC00-FF8CB57F5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B4BCA-87E6-97D0-61AB-E28789AE1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08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B16355-27FB-445B-B646-02AB73637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88CC73-B176-5CEC-C4A0-CD752EE15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7212" y="634946"/>
            <a:ext cx="3372529" cy="5055904"/>
          </a:xfrm>
        </p:spPr>
        <p:txBody>
          <a:bodyPr anchor="ctr">
            <a:normAutofit/>
          </a:bodyPr>
          <a:lstStyle/>
          <a:p>
            <a:r>
              <a:rPr lang="en-US" sz="4400"/>
              <a:t>Orders are Commitments Under Uncertainty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DA680F-F6AC-453E-A8BF-C5BDED285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6978" y="1791298"/>
            <a:ext cx="0" cy="274320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B3BF2E5-C3AB-441F-A430-491119C56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07C90B-B81A-473B-8919-CA924E61F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242953-254B-D869-5394-90596B1213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1007887"/>
              </p:ext>
            </p:extLst>
          </p:nvPr>
        </p:nvGraphicFramePr>
        <p:xfrm>
          <a:off x="633413" y="639763"/>
          <a:ext cx="6910387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7733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76729-BE80-5E72-3C8E-694BA1719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Orders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25586-3E8F-0313-6277-E62414250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place a market order we are screaming </a:t>
            </a:r>
            <a:r>
              <a:rPr lang="en-US" b="1" dirty="0"/>
              <a:t>buy now</a:t>
            </a:r>
            <a:endParaRPr lang="en-US" dirty="0"/>
          </a:p>
          <a:p>
            <a:pPr lvl="1"/>
            <a:r>
              <a:rPr lang="en-US" dirty="0"/>
              <a:t>We execute the trade immediately at the current market price</a:t>
            </a:r>
          </a:p>
          <a:p>
            <a:r>
              <a:rPr lang="en-US" dirty="0"/>
              <a:t>Pros</a:t>
            </a:r>
          </a:p>
          <a:p>
            <a:pPr lvl="1"/>
            <a:r>
              <a:rPr lang="en-US" dirty="0"/>
              <a:t>This is usually guaranteed to fill</a:t>
            </a:r>
          </a:p>
          <a:p>
            <a:pPr lvl="1"/>
            <a:r>
              <a:rPr lang="en-US" dirty="0"/>
              <a:t>Fast execution</a:t>
            </a:r>
          </a:p>
          <a:p>
            <a:r>
              <a:rPr lang="en-US" dirty="0"/>
              <a:t>Cons</a:t>
            </a:r>
          </a:p>
          <a:p>
            <a:pPr lvl="1"/>
            <a:r>
              <a:rPr lang="en-US" dirty="0"/>
              <a:t>We don’t know the exact price</a:t>
            </a:r>
          </a:p>
          <a:p>
            <a:pPr lvl="2"/>
            <a:r>
              <a:rPr lang="en-US" dirty="0"/>
              <a:t>Slippage risk</a:t>
            </a:r>
          </a:p>
          <a:p>
            <a:r>
              <a:rPr lang="en-US" dirty="0"/>
              <a:t>We typically use this when we need to get in/out immediately</a:t>
            </a:r>
          </a:p>
          <a:p>
            <a:pPr lvl="1"/>
            <a:r>
              <a:rPr lang="en-US" dirty="0"/>
              <a:t>Could also be used when we are focused on long term positions</a:t>
            </a:r>
          </a:p>
        </p:txBody>
      </p:sp>
    </p:spTree>
    <p:extLst>
      <p:ext uri="{BB962C8B-B14F-4D97-AF65-F5344CB8AC3E}">
        <p14:creationId xmlns:p14="http://schemas.microsoft.com/office/powerpoint/2010/main" val="4197821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284B70D5-875B-433D-BDBD-1522A85D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5F6FC6-6546-71DA-2173-B0368FF77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>
            <a:normAutofit/>
          </a:bodyPr>
          <a:lstStyle/>
          <a:p>
            <a:r>
              <a:rPr lang="en-US" dirty="0"/>
              <a:t>Slippage</a:t>
            </a:r>
          </a:p>
        </p:txBody>
      </p:sp>
      <p:pic>
        <p:nvPicPr>
          <p:cNvPr id="2052" name="Picture 4" descr="What is Slippage in Trading — Here is How it Can be Avoided">
            <a:extLst>
              <a:ext uri="{FF2B5EF4-FFF2-40B4-BE49-F238E27FC236}">
                <a16:creationId xmlns:a16="http://schemas.microsoft.com/office/drawing/2014/main" id="{8791A648-6221-5438-5A2C-4357CD96F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999" y="991138"/>
            <a:ext cx="6909801" cy="4612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59" name="Straight Connector 2058">
            <a:extLst>
              <a:ext uri="{FF2B5EF4-FFF2-40B4-BE49-F238E27FC236}">
                <a16:creationId xmlns:a16="http://schemas.microsoft.com/office/drawing/2014/main" id="{C947DF4A-614C-4B4C-8B80-E5B9D8E8C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7CA4E-8990-05E7-A13A-1EE31F83F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4"/>
            <a:ext cx="3690257" cy="3670180"/>
          </a:xfrm>
        </p:spPr>
        <p:txBody>
          <a:bodyPr>
            <a:normAutofit lnSpcReduction="10000"/>
          </a:bodyPr>
          <a:lstStyle/>
          <a:p>
            <a:r>
              <a:rPr lang="en-US" sz="1300" b="1"/>
              <a:t>Slippage</a:t>
            </a:r>
            <a:endParaRPr lang="en-US" sz="1300"/>
          </a:p>
          <a:p>
            <a:pPr lvl="1"/>
            <a:r>
              <a:rPr lang="en-US" sz="1300"/>
              <a:t>The gap between the price you expected to trade at and the price your order actually fills at</a:t>
            </a:r>
          </a:p>
          <a:p>
            <a:pPr lvl="1"/>
            <a:r>
              <a:rPr lang="en-US" sz="1300"/>
              <a:t>This is a dynamic cost that arises when your order is filled</a:t>
            </a:r>
          </a:p>
          <a:p>
            <a:pPr lvl="2"/>
            <a:r>
              <a:rPr lang="en-US" sz="1300"/>
              <a:t>Especially common when dealing with rapidly changing prices</a:t>
            </a:r>
          </a:p>
          <a:p>
            <a:pPr lvl="1"/>
            <a:r>
              <a:rPr lang="en-US" sz="1300"/>
              <a:t>Let's pretend you want to buy 10 shares of a stock, and the only other orders in the market are limit orders. Current accepted (bid) price is $4.99, and there are 5 limit sell orders (ask) at $5.00, 3 at $5.01, and 2 at $5.02</a:t>
            </a:r>
          </a:p>
          <a:p>
            <a:pPr lvl="2"/>
            <a:r>
              <a:rPr lang="en-US" sz="1300"/>
              <a:t>You submit a market buy order, expecting to pay $4.99. But because there were no shares on offer for that price, your order bought the shares at the next best prices: 5@$5.00, 3@$5.01, and 2@$5.02 for an average cost of $5.007. Your order 'slipped' from $4.99 to $5.02.</a:t>
            </a:r>
          </a:p>
          <a:p>
            <a:endParaRPr lang="en-US" sz="1300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1E299956-A9E7-4FC1-A0B1-D590CA973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17FC539C-B783-4B03-9F9E-D13430F3F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494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BC05E-E60F-D366-D45B-6698798C3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 Orders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EF845-2755-4468-46AE-7E920B9D5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When we place a limit order we execute </a:t>
            </a:r>
            <a:r>
              <a:rPr lang="en-US" b="1" dirty="0"/>
              <a:t>only</a:t>
            </a:r>
            <a:r>
              <a:rPr lang="en-US" dirty="0"/>
              <a:t> if the market reaches our desired price</a:t>
            </a:r>
          </a:p>
          <a:p>
            <a:r>
              <a:rPr lang="en-US" dirty="0"/>
              <a:t>Pros</a:t>
            </a:r>
          </a:p>
          <a:p>
            <a:pPr lvl="1"/>
            <a:r>
              <a:rPr lang="en-US" dirty="0"/>
              <a:t>We control the price</a:t>
            </a:r>
          </a:p>
          <a:p>
            <a:pPr lvl="1"/>
            <a:r>
              <a:rPr lang="en-US" dirty="0"/>
              <a:t>No surprise costs</a:t>
            </a:r>
          </a:p>
          <a:p>
            <a:r>
              <a:rPr lang="en-US" dirty="0"/>
              <a:t>Cons</a:t>
            </a:r>
          </a:p>
          <a:p>
            <a:pPr lvl="1"/>
            <a:r>
              <a:rPr lang="en-US" dirty="0"/>
              <a:t>Might never fill</a:t>
            </a:r>
          </a:p>
          <a:p>
            <a:pPr lvl="1"/>
            <a:r>
              <a:rPr lang="en-US" dirty="0"/>
              <a:t>We could miss the move</a:t>
            </a:r>
          </a:p>
          <a:p>
            <a:pPr lvl="2"/>
            <a:r>
              <a:rPr lang="en-US" i="1" dirty="0"/>
              <a:t>Spread risk</a:t>
            </a:r>
          </a:p>
          <a:p>
            <a:r>
              <a:rPr lang="en-US" dirty="0"/>
              <a:t>We typically use this when we are willing to wait for a specific price as opposed to rushing into something</a:t>
            </a:r>
          </a:p>
          <a:p>
            <a:pPr lvl="1"/>
            <a:r>
              <a:rPr lang="en-US" dirty="0"/>
              <a:t>Say we only want to buy if stock X drops to $55 because we expect it to slowly rebound back up over time and $54.80 is the EMA floor</a:t>
            </a:r>
          </a:p>
        </p:txBody>
      </p:sp>
    </p:spTree>
    <p:extLst>
      <p:ext uri="{BB962C8B-B14F-4D97-AF65-F5344CB8AC3E}">
        <p14:creationId xmlns:p14="http://schemas.microsoft.com/office/powerpoint/2010/main" val="2285016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11D8BF-3F14-5BDA-A338-57513CBBF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US" dirty="0"/>
              <a:t>Spread</a:t>
            </a:r>
          </a:p>
        </p:txBody>
      </p:sp>
      <p:pic>
        <p:nvPicPr>
          <p:cNvPr id="3074" name="Picture 2" descr="What You Should Know About The Stock Market – BetterExplained">
            <a:extLst>
              <a:ext uri="{FF2B5EF4-FFF2-40B4-BE49-F238E27FC236}">
                <a16:creationId xmlns:a16="http://schemas.microsoft.com/office/drawing/2014/main" id="{49EFA2E9-CBD7-5F4F-E8D5-55ECF3495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192" y="1318804"/>
            <a:ext cx="5451627" cy="390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81" name="Straight Connector 3080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F70A8-5DB2-889D-23F4-C1524D3B1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r>
              <a:rPr lang="en-US" b="1" dirty="0"/>
              <a:t>Spread</a:t>
            </a:r>
            <a:endParaRPr lang="en-US" dirty="0"/>
          </a:p>
          <a:p>
            <a:pPr lvl="1"/>
            <a:r>
              <a:rPr lang="en-US" dirty="0"/>
              <a:t>There is a constant negotiation between buyers and sellers that creates a spread between the two sides</a:t>
            </a:r>
          </a:p>
          <a:p>
            <a:pPr lvl="1"/>
            <a:r>
              <a:rPr lang="en-US" dirty="0"/>
              <a:t>The difference between the highest price a buyer will pay and the lowest price a seller will accept for an asset</a:t>
            </a:r>
          </a:p>
          <a:p>
            <a:pPr lvl="2"/>
            <a:r>
              <a:rPr lang="en-US" dirty="0"/>
              <a:t>If you want to make an instant purchase, you need to accept the lowest ask price from a seller.</a:t>
            </a:r>
          </a:p>
          <a:p>
            <a:pPr lvl="2"/>
            <a:r>
              <a:rPr lang="en-US" dirty="0"/>
              <a:t>If you'd like to make an instant sale, you'll take the highest bid price from a buyer. </a:t>
            </a:r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2179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E68FD-E01B-F945-DC88-415040C9F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Vs Limit: When Each Fails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0FFF5-AD7E-AC4F-F63A-CA930F9D9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Market Order Disaster – </a:t>
            </a:r>
            <a:r>
              <a:rPr lang="en-US" dirty="0"/>
              <a:t>Low Liquidity (</a:t>
            </a:r>
            <a:r>
              <a:rPr lang="en-US" i="1" dirty="0"/>
              <a:t>liquidity is the trading volume of some security)</a:t>
            </a:r>
            <a:endParaRPr lang="en-US" dirty="0"/>
          </a:p>
          <a:p>
            <a:pPr lvl="1"/>
            <a:r>
              <a:rPr lang="en-US" dirty="0"/>
              <a:t>You submit a market order for 100 shares</a:t>
            </a:r>
          </a:p>
          <a:p>
            <a:pPr lvl="2"/>
            <a:r>
              <a:rPr lang="en-US" dirty="0"/>
              <a:t>Only 10 available at $50, next 90 are at $52</a:t>
            </a:r>
          </a:p>
          <a:p>
            <a:pPr lvl="2"/>
            <a:r>
              <a:rPr lang="en-US" dirty="0"/>
              <a:t>Your average fill is $51.80 when we expected $50</a:t>
            </a:r>
          </a:p>
          <a:p>
            <a:r>
              <a:rPr lang="en-US" b="1" dirty="0"/>
              <a:t>Limit Order Disaster</a:t>
            </a:r>
            <a:r>
              <a:rPr lang="en-US" dirty="0"/>
              <a:t> – Low Liquidity</a:t>
            </a:r>
          </a:p>
          <a:p>
            <a:pPr lvl="1"/>
            <a:r>
              <a:rPr lang="en-US" dirty="0"/>
              <a:t>We want to buy a given stock with a current price of $100</a:t>
            </a:r>
          </a:p>
          <a:p>
            <a:pPr lvl="1"/>
            <a:r>
              <a:rPr lang="en-US" dirty="0"/>
              <a:t>We set a limit buy at $99.50 because we expect the stock to bounce</a:t>
            </a:r>
          </a:p>
          <a:p>
            <a:pPr lvl="1"/>
            <a:r>
              <a:rPr lang="en-US" dirty="0"/>
              <a:t>The stock immediately runs to $110 and never touches $99.5</a:t>
            </a:r>
          </a:p>
          <a:p>
            <a:pPr lvl="2"/>
            <a:r>
              <a:rPr lang="en-US" dirty="0"/>
              <a:t>We are still sitting on this limit order, in cash, missing the move</a:t>
            </a:r>
          </a:p>
        </p:txBody>
      </p:sp>
    </p:spTree>
    <p:extLst>
      <p:ext uri="{BB962C8B-B14F-4D97-AF65-F5344CB8AC3E}">
        <p14:creationId xmlns:p14="http://schemas.microsoft.com/office/powerpoint/2010/main" val="2242341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BE644-46D2-0854-6304-53CBF183C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Order 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0080E-D9ED-228E-89CC-E9CA4A608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order book is essentially our </a:t>
            </a:r>
            <a:r>
              <a:rPr lang="en-US" b="1" dirty="0"/>
              <a:t>manager</a:t>
            </a:r>
            <a:endParaRPr lang="en-US" dirty="0"/>
          </a:p>
          <a:p>
            <a:pPr lvl="1"/>
            <a:r>
              <a:rPr lang="en-US" dirty="0"/>
              <a:t>The price we see on google is the </a:t>
            </a:r>
            <a:r>
              <a:rPr lang="en-US" i="1" dirty="0"/>
              <a:t>past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It’s the last recorded deal that happened</a:t>
            </a:r>
          </a:p>
          <a:p>
            <a:r>
              <a:rPr lang="en-US" dirty="0"/>
              <a:t>The order book is reality</a:t>
            </a:r>
          </a:p>
          <a:p>
            <a:pPr lvl="1"/>
            <a:r>
              <a:rPr lang="en-US" dirty="0"/>
              <a:t>It’s the active list of traders waiting to deal on some security</a:t>
            </a:r>
          </a:p>
          <a:p>
            <a:pPr lvl="2"/>
            <a:r>
              <a:rPr lang="en-US" dirty="0"/>
              <a:t>It’s the distilled wall street version of Facebook marketplace </a:t>
            </a:r>
          </a:p>
          <a:p>
            <a:pPr lvl="3"/>
            <a:r>
              <a:rPr lang="en-US" dirty="0"/>
              <a:t>Seller: I want $500 for my PS5</a:t>
            </a:r>
          </a:p>
          <a:p>
            <a:pPr lvl="3"/>
            <a:r>
              <a:rPr lang="en-US" dirty="0"/>
              <a:t>Buyer: I will give you $400</a:t>
            </a:r>
          </a:p>
          <a:p>
            <a:pPr lvl="3"/>
            <a:r>
              <a:rPr lang="en-US" dirty="0"/>
              <a:t>Result: Stare-down – No trade or someone blinks</a:t>
            </a:r>
          </a:p>
          <a:p>
            <a:pPr lvl="1"/>
            <a:r>
              <a:rPr lang="en-US" dirty="0"/>
              <a:t>This gap in the middle is the </a:t>
            </a:r>
            <a:r>
              <a:rPr lang="en-US" i="1" dirty="0"/>
              <a:t>spread</a:t>
            </a:r>
            <a:r>
              <a:rPr lang="en-US" dirty="0"/>
              <a:t> we just talked about</a:t>
            </a:r>
          </a:p>
          <a:p>
            <a:r>
              <a:rPr lang="en-US" dirty="0"/>
              <a:t>The order book keeps active listings of </a:t>
            </a:r>
            <a:r>
              <a:rPr lang="en-US" i="1" dirty="0"/>
              <a:t>asks</a:t>
            </a:r>
            <a:r>
              <a:rPr lang="en-US" dirty="0"/>
              <a:t> and </a:t>
            </a:r>
            <a:r>
              <a:rPr lang="en-US" i="1" dirty="0"/>
              <a:t>bids</a:t>
            </a:r>
            <a:r>
              <a:rPr lang="en-US" dirty="0"/>
              <a:t> on securities</a:t>
            </a:r>
          </a:p>
        </p:txBody>
      </p:sp>
    </p:spTree>
    <p:extLst>
      <p:ext uri="{BB962C8B-B14F-4D97-AF65-F5344CB8AC3E}">
        <p14:creationId xmlns:p14="http://schemas.microsoft.com/office/powerpoint/2010/main" val="39757479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8A577-A5B1-4365-0CFF-84F002A26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56EEC-B393-F012-5A72-AD435AEE3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Ask</a:t>
            </a:r>
            <a:r>
              <a:rPr lang="en-US" dirty="0"/>
              <a:t> is the lowest price a seller is willing to accept for a security </a:t>
            </a:r>
            <a:r>
              <a:rPr lang="en-US" b="1" dirty="0"/>
              <a:t>right now</a:t>
            </a:r>
            <a:endParaRPr lang="en-US" dirty="0"/>
          </a:p>
          <a:p>
            <a:r>
              <a:rPr lang="en-US" dirty="0"/>
              <a:t>The ask represents the </a:t>
            </a:r>
            <a:r>
              <a:rPr lang="en-US" b="1" dirty="0"/>
              <a:t>supply</a:t>
            </a:r>
            <a:endParaRPr lang="en-US" dirty="0"/>
          </a:p>
          <a:p>
            <a:pPr lvl="1"/>
            <a:r>
              <a:rPr lang="en-US" dirty="0"/>
              <a:t>It acts as a ceiling because you cannot buy </a:t>
            </a:r>
            <a:r>
              <a:rPr lang="en-US" i="1" dirty="0"/>
              <a:t>below</a:t>
            </a:r>
            <a:r>
              <a:rPr lang="en-US" dirty="0"/>
              <a:t> this price unless a seller panics and lowers their price</a:t>
            </a:r>
          </a:p>
          <a:p>
            <a:r>
              <a:rPr lang="en-US" dirty="0"/>
              <a:t>When you place a </a:t>
            </a:r>
            <a:r>
              <a:rPr lang="en-US" i="1" dirty="0"/>
              <a:t>market order</a:t>
            </a:r>
            <a:r>
              <a:rPr lang="en-US" b="1" i="1" dirty="0"/>
              <a:t> </a:t>
            </a:r>
            <a:r>
              <a:rPr lang="en-US" dirty="0"/>
              <a:t>you are smashing through this ceiling and simply paying the ask</a:t>
            </a:r>
          </a:p>
          <a:p>
            <a:pPr lvl="1"/>
            <a:r>
              <a:rPr lang="en-US" dirty="0"/>
              <a:t>If we are dealing with a high frequency trading bot, this signifies losing money</a:t>
            </a:r>
          </a:p>
          <a:p>
            <a:pPr lvl="2"/>
            <a:r>
              <a:rPr lang="en-US" dirty="0"/>
              <a:t>If we are dealing with a longer term holding, this matters far less</a:t>
            </a:r>
          </a:p>
        </p:txBody>
      </p:sp>
    </p:spTree>
    <p:extLst>
      <p:ext uri="{BB962C8B-B14F-4D97-AF65-F5344CB8AC3E}">
        <p14:creationId xmlns:p14="http://schemas.microsoft.com/office/powerpoint/2010/main" val="34863907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87F5C-A16D-3EFA-F83F-9B6510DB1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9809E-A626-F2B6-11EB-D6B8FA74B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Bid</a:t>
            </a:r>
            <a:r>
              <a:rPr lang="en-US" dirty="0"/>
              <a:t> is the highest price a buyer is willing to pay for a security </a:t>
            </a:r>
            <a:r>
              <a:rPr lang="en-US" b="1" dirty="0"/>
              <a:t>right now</a:t>
            </a:r>
          </a:p>
          <a:p>
            <a:r>
              <a:rPr lang="en-US" dirty="0"/>
              <a:t>The bid represents the </a:t>
            </a:r>
            <a:r>
              <a:rPr lang="en-US" b="1" dirty="0"/>
              <a:t>demand</a:t>
            </a:r>
            <a:endParaRPr lang="en-US" dirty="0"/>
          </a:p>
          <a:p>
            <a:pPr lvl="1"/>
            <a:r>
              <a:rPr lang="en-US" dirty="0"/>
              <a:t>It acts like the floor because the price cannot fall </a:t>
            </a:r>
            <a:r>
              <a:rPr lang="en-US" i="1" dirty="0"/>
              <a:t>below</a:t>
            </a:r>
            <a:r>
              <a:rPr lang="en-US" dirty="0"/>
              <a:t> this level unless all the buyers at that price vanish or are filled</a:t>
            </a:r>
          </a:p>
          <a:p>
            <a:r>
              <a:rPr lang="en-US" dirty="0"/>
              <a:t>If you want to exit the market </a:t>
            </a:r>
            <a:r>
              <a:rPr lang="en-US" i="1" dirty="0"/>
              <a:t>immediately</a:t>
            </a:r>
            <a:r>
              <a:rPr lang="en-US" dirty="0"/>
              <a:t> you execute a </a:t>
            </a:r>
            <a:r>
              <a:rPr lang="en-US" b="1" dirty="0"/>
              <a:t>market sell</a:t>
            </a:r>
            <a:endParaRPr lang="en-US" b="1" i="1" dirty="0"/>
          </a:p>
          <a:p>
            <a:pPr lvl="1"/>
            <a:r>
              <a:rPr lang="en-US" dirty="0"/>
              <a:t>You hit the sell it now button</a:t>
            </a:r>
          </a:p>
          <a:p>
            <a:pPr lvl="1"/>
            <a:r>
              <a:rPr lang="en-US" dirty="0"/>
              <a:t>You accept the highest offer on the table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27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2765B-F6AB-84DB-64C3-74CD4AEDE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Liquidity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97669-75AF-8D8D-7929-890F865D9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liquidity</a:t>
            </a:r>
            <a:r>
              <a:rPr lang="en-US" dirty="0"/>
              <a:t> is the trading volume of some security</a:t>
            </a:r>
          </a:p>
          <a:p>
            <a:r>
              <a:rPr lang="en-US" dirty="0"/>
              <a:t>Ex:</a:t>
            </a:r>
          </a:p>
          <a:p>
            <a:pPr lvl="1"/>
            <a:r>
              <a:rPr lang="en-US" dirty="0"/>
              <a:t>If there are 10,000 shares for sale at $150.05, that is a "Thick Book" (High Liquidity). You can buy a lot without moving the price.</a:t>
            </a:r>
          </a:p>
          <a:p>
            <a:pPr lvl="1"/>
            <a:r>
              <a:rPr lang="en-US" dirty="0"/>
              <a:t>If there are only 5 shares, that is a "Thin Book." Your order will eat those 5 and jump to the next price ($150.10). </a:t>
            </a:r>
          </a:p>
          <a:p>
            <a:pPr lvl="2"/>
            <a:r>
              <a:rPr lang="en-US" dirty="0"/>
              <a:t>This is where </a:t>
            </a:r>
            <a:r>
              <a:rPr lang="en-US" b="1" dirty="0"/>
              <a:t>Slippage </a:t>
            </a:r>
            <a:r>
              <a:rPr lang="en-US" dirty="0"/>
              <a:t>comes back into play</a:t>
            </a:r>
          </a:p>
        </p:txBody>
      </p:sp>
    </p:spTree>
    <p:extLst>
      <p:ext uri="{BB962C8B-B14F-4D97-AF65-F5344CB8AC3E}">
        <p14:creationId xmlns:p14="http://schemas.microsoft.com/office/powerpoint/2010/main" val="18541201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0394-0F9B-AEE4-887E-D72E5CE40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Real Order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D38EC-0AFF-33A4-3F61-7B2C74DE5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974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A6C2A-6E12-C28C-B4CB-5FB604A8B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Orders get Rejected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9A43B-1521-7351-044F-28F9EBCC5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8024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3E692-FE94-A783-52ED-3B9243585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P&amp;L: The </a:t>
            </a:r>
            <a:r>
              <a:rPr lang="en-US" b="1" dirty="0"/>
              <a:t>Only</a:t>
            </a:r>
            <a:r>
              <a:rPr lang="en-US" dirty="0"/>
              <a:t> Truth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F89A7-70E0-8976-0075-B611849E8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P&amp;L: This is the profit and loss equation</a:t>
            </a:r>
          </a:p>
          <a:p>
            <a:pPr lvl="1"/>
            <a:r>
              <a:rPr lang="en-US" dirty="0"/>
              <a:t>Everything else</a:t>
            </a:r>
          </a:p>
          <a:p>
            <a:pPr lvl="2"/>
            <a:r>
              <a:rPr lang="en-US" dirty="0"/>
              <a:t>Win rate, signals, fancy indicators are vanity metrics </a:t>
            </a:r>
          </a:p>
          <a:p>
            <a:r>
              <a:rPr lang="en-US" dirty="0"/>
              <a:t>The core reality is</a:t>
            </a:r>
          </a:p>
          <a:p>
            <a:pPr lvl="1"/>
            <a:r>
              <a:rPr lang="en-US" b="1" dirty="0"/>
              <a:t>If the P&amp;L is negative, you are losing money</a:t>
            </a:r>
            <a:endParaRPr lang="en-US" dirty="0"/>
          </a:p>
          <a:p>
            <a:r>
              <a:rPr lang="en-US" dirty="0"/>
              <a:t>As we evaluate our methods</a:t>
            </a:r>
          </a:p>
          <a:p>
            <a:pPr lvl="1"/>
            <a:r>
              <a:rPr lang="en-US" dirty="0"/>
              <a:t>Are we making or losing money?</a:t>
            </a:r>
          </a:p>
          <a:p>
            <a:r>
              <a:rPr lang="en-US" dirty="0"/>
              <a:t>Seems like a simple concept</a:t>
            </a:r>
          </a:p>
          <a:p>
            <a:pPr lvl="1"/>
            <a:r>
              <a:rPr lang="en-US" dirty="0"/>
              <a:t>Many traders get lost chasing win rate without considering their losses</a:t>
            </a:r>
          </a:p>
          <a:p>
            <a:pPr lvl="2"/>
            <a:r>
              <a:rPr lang="en-US" dirty="0"/>
              <a:t>Only realize once it’s too late</a:t>
            </a:r>
          </a:p>
          <a:p>
            <a:pPr lvl="1"/>
            <a:r>
              <a:rPr lang="en-US" dirty="0"/>
              <a:t>Many traders also get lost with </a:t>
            </a:r>
            <a:r>
              <a:rPr lang="en-US" i="1" dirty="0"/>
              <a:t>realized vs unrealized P&amp;L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2270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C06D3-E696-5EC4-FA03-C1AD91BA6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Realized vs Unrealized P&amp;L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450E66-5951-C0A1-FF6C-DFBADA2D09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5717879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906835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50513-993F-D382-1079-00B2B6584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Math of P&amp;L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DE9CA-A845-B25E-6B5E-8BE049066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Unrealized P&amp;L</a:t>
            </a:r>
          </a:p>
          <a:p>
            <a:pPr lvl="1"/>
            <a:r>
              <a:rPr lang="en-US" dirty="0"/>
              <a:t>(current price – entry price) * shares</a:t>
            </a:r>
          </a:p>
          <a:p>
            <a:r>
              <a:rPr lang="en-US" dirty="0"/>
              <a:t>Ex:</a:t>
            </a:r>
          </a:p>
          <a:p>
            <a:pPr lvl="1"/>
            <a:r>
              <a:rPr lang="en-US" dirty="0"/>
              <a:t>Entry: 10 shares at $100 = $1,000</a:t>
            </a:r>
          </a:p>
          <a:p>
            <a:pPr lvl="1"/>
            <a:r>
              <a:rPr lang="en-US" dirty="0"/>
              <a:t>Current: Stock at $110</a:t>
            </a:r>
          </a:p>
          <a:p>
            <a:pPr lvl="1"/>
            <a:r>
              <a:rPr lang="en-US" dirty="0"/>
              <a:t>Unrealized: ($110 - $100) × 10 = +$100 (you're up 10%)</a:t>
            </a:r>
          </a:p>
          <a:p>
            <a:r>
              <a:rPr lang="en-US" dirty="0"/>
              <a:t>Ex:</a:t>
            </a:r>
          </a:p>
          <a:p>
            <a:pPr lvl="1"/>
            <a:r>
              <a:rPr lang="en-US" dirty="0"/>
              <a:t>If price drops to $95:</a:t>
            </a:r>
          </a:p>
          <a:p>
            <a:pPr lvl="1"/>
            <a:r>
              <a:rPr lang="en-US" dirty="0"/>
              <a:t>Unrealized: ($95 - $100) × 10 = -$50 (you're down 5%)</a:t>
            </a:r>
          </a:p>
          <a:p>
            <a:r>
              <a:rPr lang="en-US" dirty="0"/>
              <a:t>Until you sell, these are just numbers on a screen.</a:t>
            </a:r>
          </a:p>
          <a:p>
            <a:pPr lvl="1"/>
            <a:r>
              <a:rPr lang="en-US" dirty="0"/>
              <a:t>How we think about these numbers is important</a:t>
            </a:r>
          </a:p>
        </p:txBody>
      </p:sp>
    </p:spTree>
    <p:extLst>
      <p:ext uri="{BB962C8B-B14F-4D97-AF65-F5344CB8AC3E}">
        <p14:creationId xmlns:p14="http://schemas.microsoft.com/office/powerpoint/2010/main" val="569494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3CAF2-699D-4FA7-C37A-03B94044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Percentage Returns Matter More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0FC73-8C52-4C76-922D-DDC975931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Scenario A: </a:t>
            </a:r>
          </a:p>
          <a:p>
            <a:pPr lvl="1"/>
            <a:r>
              <a:rPr lang="en-US" dirty="0"/>
              <a:t>$10 profit on $100 = 10%</a:t>
            </a:r>
          </a:p>
          <a:p>
            <a:r>
              <a:rPr lang="en-US" dirty="0"/>
              <a:t>Scenario B:</a:t>
            </a:r>
          </a:p>
          <a:p>
            <a:pPr lvl="1"/>
            <a:r>
              <a:rPr lang="en-US" dirty="0"/>
              <a:t>$10 profit on $1,000 = 1%</a:t>
            </a:r>
          </a:p>
          <a:p>
            <a:r>
              <a:rPr lang="en-US" dirty="0"/>
              <a:t>Same dollars, very different performance</a:t>
            </a:r>
          </a:p>
          <a:p>
            <a:pPr lvl="1"/>
            <a:r>
              <a:rPr lang="en-US" dirty="0"/>
              <a:t>In System Design, we don't look at absolute output; we look at </a:t>
            </a:r>
            <a:r>
              <a:rPr lang="en-US" b="1" dirty="0"/>
              <a:t>Efficiency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ALWAYS think in %, not $</a:t>
            </a:r>
          </a:p>
          <a:p>
            <a:r>
              <a:rPr lang="en-US" dirty="0"/>
              <a:t>Remember our idea of </a:t>
            </a:r>
            <a:r>
              <a:rPr lang="en-US" b="1" dirty="0"/>
              <a:t>normalization</a:t>
            </a:r>
          </a:p>
          <a:p>
            <a:pPr lvl="1"/>
            <a:r>
              <a:rPr lang="en-US" dirty="0"/>
              <a:t>Dollars are "un-normalized" data.</a:t>
            </a:r>
          </a:p>
          <a:p>
            <a:pPr lvl="1"/>
            <a:r>
              <a:rPr lang="en-US" dirty="0"/>
              <a:t>They tell us nothing about performance unless you know the denominator</a:t>
            </a:r>
          </a:p>
          <a:p>
            <a:pPr lvl="1"/>
            <a:r>
              <a:rPr lang="en-US" dirty="0"/>
              <a:t>Percentage are </a:t>
            </a:r>
            <a:r>
              <a:rPr lang="en-US" i="1" dirty="0"/>
              <a:t>normalized</a:t>
            </a:r>
            <a:r>
              <a:rPr lang="en-US" dirty="0"/>
              <a:t> data</a:t>
            </a:r>
          </a:p>
          <a:p>
            <a:pPr lvl="2"/>
            <a:r>
              <a:rPr lang="en-US" dirty="0"/>
              <a:t>They once again allow us to compare a penny stock bot to a bitcoin bot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9874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83" name="Rectangle 7182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1FB473-EDF1-3E05-7A1E-C9EA577AF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US" dirty="0"/>
              <a:t>The Brutal Math of Losses</a:t>
            </a:r>
          </a:p>
        </p:txBody>
      </p:sp>
      <p:pic>
        <p:nvPicPr>
          <p:cNvPr id="7170" name="Picture 2" descr="ANALYSIS] The hunt and drawdown recovery rate table">
            <a:extLst>
              <a:ext uri="{FF2B5EF4-FFF2-40B4-BE49-F238E27FC236}">
                <a16:creationId xmlns:a16="http://schemas.microsoft.com/office/drawing/2014/main" id="{660A317C-13EA-9703-5999-E582CE813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5132" y="645106"/>
            <a:ext cx="5247747" cy="5247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184" name="Straight Connector 7183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85" name="Rectangle 7184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186" name="Rectangle 7185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87C008-F49D-F895-EF83-1B00B7C5A7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47166"/>
              </p:ext>
            </p:extLst>
          </p:nvPr>
        </p:nvGraphicFramePr>
        <p:xfrm>
          <a:off x="6411684" y="2198914"/>
          <a:ext cx="5127172" cy="3670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302933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0AC16-C99D-D696-0EBD-002B11156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Cumulative P&amp;L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FE41F-21E2-D0C2-4C28-1FC6C0D98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the way we monitor our holdings</a:t>
            </a:r>
          </a:p>
          <a:p>
            <a:r>
              <a:rPr lang="en-US" dirty="0"/>
              <a:t>It’s the active </a:t>
            </a:r>
            <a:r>
              <a:rPr lang="en-US" i="1" dirty="0"/>
              <a:t>trading ledger </a:t>
            </a:r>
            <a:r>
              <a:rPr lang="en-US" dirty="0"/>
              <a:t>noting all our </a:t>
            </a:r>
            <a:r>
              <a:rPr lang="en-US" i="1" dirty="0"/>
              <a:t>gains/losses</a:t>
            </a:r>
            <a:r>
              <a:rPr lang="en-US" dirty="0"/>
              <a:t> based on our starting position</a:t>
            </a:r>
          </a:p>
          <a:p>
            <a:pPr lvl="1"/>
            <a:r>
              <a:rPr lang="en-US" dirty="0"/>
              <a:t>Trade 1: SPY +$50</a:t>
            </a:r>
          </a:p>
          <a:p>
            <a:pPr lvl="1"/>
            <a:r>
              <a:rPr lang="en-US" dirty="0"/>
              <a:t>Trade 2: AAPL -$30</a:t>
            </a:r>
          </a:p>
          <a:p>
            <a:pPr lvl="1"/>
            <a:r>
              <a:rPr lang="en-US" dirty="0"/>
              <a:t>Trade 3: NVDA +$20</a:t>
            </a:r>
          </a:p>
          <a:p>
            <a:pPr lvl="1"/>
            <a:r>
              <a:rPr lang="en-US" dirty="0"/>
              <a:t>Trade 4: TSLA -$100</a:t>
            </a:r>
          </a:p>
          <a:p>
            <a:pPr lvl="1"/>
            <a:r>
              <a:rPr lang="en-US" dirty="0"/>
              <a:t>------------------------------</a:t>
            </a:r>
          </a:p>
          <a:p>
            <a:pPr lvl="1"/>
            <a:r>
              <a:rPr lang="en-US" dirty="0"/>
              <a:t>Cumulative: -$60</a:t>
            </a:r>
          </a:p>
          <a:p>
            <a:r>
              <a:rPr lang="en-US" dirty="0"/>
              <a:t>This running total determines if our strategy works</a:t>
            </a:r>
          </a:p>
          <a:p>
            <a:pPr lvl="1"/>
            <a:r>
              <a:rPr lang="en-US" dirty="0"/>
              <a:t>One big loss can erase many small wins</a:t>
            </a:r>
          </a:p>
        </p:txBody>
      </p:sp>
    </p:spTree>
    <p:extLst>
      <p:ext uri="{BB962C8B-B14F-4D97-AF65-F5344CB8AC3E}">
        <p14:creationId xmlns:p14="http://schemas.microsoft.com/office/powerpoint/2010/main" val="222436636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2907</Words>
  <Application>Microsoft Office PowerPoint</Application>
  <PresentationFormat>Widescreen</PresentationFormat>
  <Paragraphs>286</Paragraphs>
  <Slides>33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Calibri</vt:lpstr>
      <vt:lpstr>Calibri Light</vt:lpstr>
      <vt:lpstr>Retrospect</vt:lpstr>
      <vt:lpstr>From Signals to Trades</vt:lpstr>
      <vt:lpstr>The Critical Transition</vt:lpstr>
      <vt:lpstr>The Three Lies We Believe</vt:lpstr>
      <vt:lpstr>Lie #1: Signals are Enough</vt:lpstr>
      <vt:lpstr>Lie #2: Prices Are Real</vt:lpstr>
      <vt:lpstr>Lie #3: Bots are Instant</vt:lpstr>
      <vt:lpstr>This week's goal</vt:lpstr>
      <vt:lpstr>Recap From Week 2: What Is A Trade</vt:lpstr>
      <vt:lpstr>Long Trades</vt:lpstr>
      <vt:lpstr>Short Trade</vt:lpstr>
      <vt:lpstr>Going Short: How can you sell what you don’t own?</vt:lpstr>
      <vt:lpstr>Timing the Market</vt:lpstr>
      <vt:lpstr>Positions</vt:lpstr>
      <vt:lpstr>Why Positions Matter</vt:lpstr>
      <vt:lpstr>NEXT SECTION</vt:lpstr>
      <vt:lpstr>Orders are Commitments Under Uncertainty</vt:lpstr>
      <vt:lpstr>Market Orders</vt:lpstr>
      <vt:lpstr>Slippage</vt:lpstr>
      <vt:lpstr>Limit Orders</vt:lpstr>
      <vt:lpstr>Spread</vt:lpstr>
      <vt:lpstr>Market Vs Limit: When Each Fails</vt:lpstr>
      <vt:lpstr>The Order Book</vt:lpstr>
      <vt:lpstr>Ask</vt:lpstr>
      <vt:lpstr>Bid</vt:lpstr>
      <vt:lpstr>Liquidity</vt:lpstr>
      <vt:lpstr>The Real Order Lifecycle</vt:lpstr>
      <vt:lpstr>When Orders get Rejected</vt:lpstr>
      <vt:lpstr>P&amp;L: The Only Truth </vt:lpstr>
      <vt:lpstr>Realized vs Unrealized P&amp;L</vt:lpstr>
      <vt:lpstr>The Math of P&amp;L</vt:lpstr>
      <vt:lpstr>Percentage Returns Matter More</vt:lpstr>
      <vt:lpstr>The Brutal Math of Losses</vt:lpstr>
      <vt:lpstr>Cumulative P&amp;L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Forden</dc:creator>
  <cp:lastModifiedBy>Jack Forden</cp:lastModifiedBy>
  <cp:revision>1</cp:revision>
  <dcterms:created xsi:type="dcterms:W3CDTF">2026-01-16T16:57:37Z</dcterms:created>
  <dcterms:modified xsi:type="dcterms:W3CDTF">2026-01-16T19:26:00Z</dcterms:modified>
</cp:coreProperties>
</file>