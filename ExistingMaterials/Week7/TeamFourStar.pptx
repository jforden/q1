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89B8D8-478F-43FC-9234-9B4FA773E18B}" v="29" dt="2026-03-05T04:08:42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Forden" userId="097e3a7e-cd5c-474a-95f0-a72dc440bf11" providerId="ADAL" clId="{8536C8EF-68B2-45FA-AC34-1CAEDABCFC55}"/>
    <pc:docChg chg="undo custSel addSld delSld modSld sldOrd">
      <pc:chgData name="Jack Forden" userId="097e3a7e-cd5c-474a-95f0-a72dc440bf11" providerId="ADAL" clId="{8536C8EF-68B2-45FA-AC34-1CAEDABCFC55}" dt="2026-02-23T19:22:55.055" v="19289" actId="20577"/>
      <pc:docMkLst>
        <pc:docMk/>
      </pc:docMkLst>
      <pc:sldChg chg="modSp new mod">
        <pc:chgData name="Jack Forden" userId="097e3a7e-cd5c-474a-95f0-a72dc440bf11" providerId="ADAL" clId="{8536C8EF-68B2-45FA-AC34-1CAEDABCFC55}" dt="2026-02-16T18:06:16.134" v="118" actId="20577"/>
        <pc:sldMkLst>
          <pc:docMk/>
          <pc:sldMk cId="1833219958" sldId="256"/>
        </pc:sldMkLst>
        <pc:spChg chg="mod">
          <ac:chgData name="Jack Forden" userId="097e3a7e-cd5c-474a-95f0-a72dc440bf11" providerId="ADAL" clId="{8536C8EF-68B2-45FA-AC34-1CAEDABCFC55}" dt="2026-02-16T18:05:58.182" v="52" actId="20577"/>
          <ac:spMkLst>
            <pc:docMk/>
            <pc:sldMk cId="1833219958" sldId="256"/>
            <ac:spMk id="2" creationId="{AE80B355-8398-D896-DC0B-26C1EF66AD93}"/>
          </ac:spMkLst>
        </pc:spChg>
        <pc:spChg chg="mod">
          <ac:chgData name="Jack Forden" userId="097e3a7e-cd5c-474a-95f0-a72dc440bf11" providerId="ADAL" clId="{8536C8EF-68B2-45FA-AC34-1CAEDABCFC55}" dt="2026-02-16T18:06:16.134" v="118" actId="20577"/>
          <ac:spMkLst>
            <pc:docMk/>
            <pc:sldMk cId="1833219958" sldId="256"/>
            <ac:spMk id="3" creationId="{2F3167CD-A934-4609-8146-3EB7B8F58840}"/>
          </ac:spMkLst>
        </pc:spChg>
      </pc:sldChg>
      <pc:sldChg chg="modSp new mod">
        <pc:chgData name="Jack Forden" userId="097e3a7e-cd5c-474a-95f0-a72dc440bf11" providerId="ADAL" clId="{8536C8EF-68B2-45FA-AC34-1CAEDABCFC55}" dt="2026-02-16T22:14:29.708" v="12118" actId="20577"/>
        <pc:sldMkLst>
          <pc:docMk/>
          <pc:sldMk cId="2945874764" sldId="273"/>
        </pc:sldMkLst>
        <pc:spChg chg="mod">
          <ac:chgData name="Jack Forden" userId="097e3a7e-cd5c-474a-95f0-a72dc440bf11" providerId="ADAL" clId="{8536C8EF-68B2-45FA-AC34-1CAEDABCFC55}" dt="2026-02-16T22:14:29.708" v="12118" actId="20577"/>
          <ac:spMkLst>
            <pc:docMk/>
            <pc:sldMk cId="2945874764" sldId="273"/>
            <ac:spMk id="2" creationId="{E163ECA6-FD8A-F554-EC10-9F4C9D64743C}"/>
          </ac:spMkLst>
        </pc:spChg>
      </pc:sldChg>
    </pc:docChg>
  </pc:docChgLst>
  <pc:docChgLst>
    <pc:chgData name="Jack Forden" userId="097e3a7e-cd5c-474a-95f0-a72dc440bf11" providerId="ADAL" clId="{E85425CB-93DB-4066-BCBC-2427ECDC7B55}"/>
    <pc:docChg chg="undo custSel addSld delSld modSld">
      <pc:chgData name="Jack Forden" userId="097e3a7e-cd5c-474a-95f0-a72dc440bf11" providerId="ADAL" clId="{E85425CB-93DB-4066-BCBC-2427ECDC7B55}" dt="2026-03-05T04:10:18.675" v="1365" actId="27636"/>
      <pc:docMkLst>
        <pc:docMk/>
      </pc:docMkLst>
      <pc:sldChg chg="modSp mod">
        <pc:chgData name="Jack Forden" userId="097e3a7e-cd5c-474a-95f0-a72dc440bf11" providerId="ADAL" clId="{E85425CB-93DB-4066-BCBC-2427ECDC7B55}" dt="2026-03-05T03:30:01.759" v="78" actId="20577"/>
        <pc:sldMkLst>
          <pc:docMk/>
          <pc:sldMk cId="1833219958" sldId="256"/>
        </pc:sldMkLst>
        <pc:spChg chg="mod">
          <ac:chgData name="Jack Forden" userId="097e3a7e-cd5c-474a-95f0-a72dc440bf11" providerId="ADAL" clId="{E85425CB-93DB-4066-BCBC-2427ECDC7B55}" dt="2026-03-05T03:30:01.759" v="78" actId="20577"/>
          <ac:spMkLst>
            <pc:docMk/>
            <pc:sldMk cId="1833219958" sldId="256"/>
            <ac:spMk id="2" creationId="{AE80B355-8398-D896-DC0B-26C1EF66AD93}"/>
          </ac:spMkLst>
        </pc:spChg>
        <pc:spChg chg="mod">
          <ac:chgData name="Jack Forden" userId="097e3a7e-cd5c-474a-95f0-a72dc440bf11" providerId="ADAL" clId="{E85425CB-93DB-4066-BCBC-2427ECDC7B55}" dt="2026-03-05T03:29:43.052" v="76" actId="20577"/>
          <ac:spMkLst>
            <pc:docMk/>
            <pc:sldMk cId="1833219958" sldId="256"/>
            <ac:spMk id="3" creationId="{2F3167CD-A934-4609-8146-3EB7B8F58840}"/>
          </ac:spMkLst>
        </pc:spChg>
      </pc:sldChg>
      <pc:sldChg chg="del">
        <pc:chgData name="Jack Forden" userId="097e3a7e-cd5c-474a-95f0-a72dc440bf11" providerId="ADAL" clId="{E85425CB-93DB-4066-BCBC-2427ECDC7B55}" dt="2026-03-05T03:29:17.646" v="0" actId="47"/>
        <pc:sldMkLst>
          <pc:docMk/>
          <pc:sldMk cId="2260815340" sldId="257"/>
        </pc:sldMkLst>
      </pc:sldChg>
      <pc:sldChg chg="del">
        <pc:chgData name="Jack Forden" userId="097e3a7e-cd5c-474a-95f0-a72dc440bf11" providerId="ADAL" clId="{E85425CB-93DB-4066-BCBC-2427ECDC7B55}" dt="2026-03-05T03:29:18.883" v="4" actId="47"/>
        <pc:sldMkLst>
          <pc:docMk/>
          <pc:sldMk cId="4048767429" sldId="258"/>
        </pc:sldMkLst>
      </pc:sldChg>
      <pc:sldChg chg="del">
        <pc:chgData name="Jack Forden" userId="097e3a7e-cd5c-474a-95f0-a72dc440bf11" providerId="ADAL" clId="{E85425CB-93DB-4066-BCBC-2427ECDC7B55}" dt="2026-03-05T03:29:19.687" v="10" actId="47"/>
        <pc:sldMkLst>
          <pc:docMk/>
          <pc:sldMk cId="2019906493" sldId="259"/>
        </pc:sldMkLst>
      </pc:sldChg>
      <pc:sldChg chg="del">
        <pc:chgData name="Jack Forden" userId="097e3a7e-cd5c-474a-95f0-a72dc440bf11" providerId="ADAL" clId="{E85425CB-93DB-4066-BCBC-2427ECDC7B55}" dt="2026-03-05T03:29:19.055" v="5" actId="47"/>
        <pc:sldMkLst>
          <pc:docMk/>
          <pc:sldMk cId="849563825" sldId="260"/>
        </pc:sldMkLst>
      </pc:sldChg>
      <pc:sldChg chg="del">
        <pc:chgData name="Jack Forden" userId="097e3a7e-cd5c-474a-95f0-a72dc440bf11" providerId="ADAL" clId="{E85425CB-93DB-4066-BCBC-2427ECDC7B55}" dt="2026-03-05T03:29:19.453" v="8" actId="47"/>
        <pc:sldMkLst>
          <pc:docMk/>
          <pc:sldMk cId="1632772578" sldId="261"/>
        </pc:sldMkLst>
      </pc:sldChg>
      <pc:sldChg chg="del">
        <pc:chgData name="Jack Forden" userId="097e3a7e-cd5c-474a-95f0-a72dc440bf11" providerId="ADAL" clId="{E85425CB-93DB-4066-BCBC-2427ECDC7B55}" dt="2026-03-05T03:29:19.929" v="12" actId="47"/>
        <pc:sldMkLst>
          <pc:docMk/>
          <pc:sldMk cId="1130187942" sldId="262"/>
        </pc:sldMkLst>
      </pc:sldChg>
      <pc:sldChg chg="del">
        <pc:chgData name="Jack Forden" userId="097e3a7e-cd5c-474a-95f0-a72dc440bf11" providerId="ADAL" clId="{E85425CB-93DB-4066-BCBC-2427ECDC7B55}" dt="2026-03-05T03:29:20.999" v="17" actId="47"/>
        <pc:sldMkLst>
          <pc:docMk/>
          <pc:sldMk cId="1990508887" sldId="264"/>
        </pc:sldMkLst>
      </pc:sldChg>
      <pc:sldChg chg="del">
        <pc:chgData name="Jack Forden" userId="097e3a7e-cd5c-474a-95f0-a72dc440bf11" providerId="ADAL" clId="{E85425CB-93DB-4066-BCBC-2427ECDC7B55}" dt="2026-03-05T03:29:21.123" v="18" actId="47"/>
        <pc:sldMkLst>
          <pc:docMk/>
          <pc:sldMk cId="1805302106" sldId="265"/>
        </pc:sldMkLst>
      </pc:sldChg>
      <pc:sldChg chg="del">
        <pc:chgData name="Jack Forden" userId="097e3a7e-cd5c-474a-95f0-a72dc440bf11" providerId="ADAL" clId="{E85425CB-93DB-4066-BCBC-2427ECDC7B55}" dt="2026-03-05T03:29:21.243" v="19" actId="47"/>
        <pc:sldMkLst>
          <pc:docMk/>
          <pc:sldMk cId="1018122849" sldId="266"/>
        </pc:sldMkLst>
      </pc:sldChg>
      <pc:sldChg chg="del">
        <pc:chgData name="Jack Forden" userId="097e3a7e-cd5c-474a-95f0-a72dc440bf11" providerId="ADAL" clId="{E85425CB-93DB-4066-BCBC-2427ECDC7B55}" dt="2026-03-05T03:29:21.364" v="20" actId="47"/>
        <pc:sldMkLst>
          <pc:docMk/>
          <pc:sldMk cId="480047189" sldId="267"/>
        </pc:sldMkLst>
      </pc:sldChg>
      <pc:sldChg chg="del">
        <pc:chgData name="Jack Forden" userId="097e3a7e-cd5c-474a-95f0-a72dc440bf11" providerId="ADAL" clId="{E85425CB-93DB-4066-BCBC-2427ECDC7B55}" dt="2026-03-05T03:29:21.696" v="21" actId="47"/>
        <pc:sldMkLst>
          <pc:docMk/>
          <pc:sldMk cId="653827448" sldId="268"/>
        </pc:sldMkLst>
      </pc:sldChg>
      <pc:sldChg chg="del">
        <pc:chgData name="Jack Forden" userId="097e3a7e-cd5c-474a-95f0-a72dc440bf11" providerId="ADAL" clId="{E85425CB-93DB-4066-BCBC-2427ECDC7B55}" dt="2026-03-05T03:29:22.196" v="22" actId="47"/>
        <pc:sldMkLst>
          <pc:docMk/>
          <pc:sldMk cId="3294972880" sldId="269"/>
        </pc:sldMkLst>
      </pc:sldChg>
      <pc:sldChg chg="del">
        <pc:chgData name="Jack Forden" userId="097e3a7e-cd5c-474a-95f0-a72dc440bf11" providerId="ADAL" clId="{E85425CB-93DB-4066-BCBC-2427ECDC7B55}" dt="2026-03-05T03:29:22.341" v="23" actId="47"/>
        <pc:sldMkLst>
          <pc:docMk/>
          <pc:sldMk cId="977870009" sldId="270"/>
        </pc:sldMkLst>
      </pc:sldChg>
      <pc:sldChg chg="del">
        <pc:chgData name="Jack Forden" userId="097e3a7e-cd5c-474a-95f0-a72dc440bf11" providerId="ADAL" clId="{E85425CB-93DB-4066-BCBC-2427ECDC7B55}" dt="2026-03-05T03:29:22.947" v="24" actId="47"/>
        <pc:sldMkLst>
          <pc:docMk/>
          <pc:sldMk cId="1826720779" sldId="271"/>
        </pc:sldMkLst>
      </pc:sldChg>
      <pc:sldChg chg="del">
        <pc:chgData name="Jack Forden" userId="097e3a7e-cd5c-474a-95f0-a72dc440bf11" providerId="ADAL" clId="{E85425CB-93DB-4066-BCBC-2427ECDC7B55}" dt="2026-03-05T03:29:23.476" v="25" actId="47"/>
        <pc:sldMkLst>
          <pc:docMk/>
          <pc:sldMk cId="3521422569" sldId="272"/>
        </pc:sldMkLst>
      </pc:sldChg>
      <pc:sldChg chg="modSp mod">
        <pc:chgData name="Jack Forden" userId="097e3a7e-cd5c-474a-95f0-a72dc440bf11" providerId="ADAL" clId="{E85425CB-93DB-4066-BCBC-2427ECDC7B55}" dt="2026-03-05T03:55:31.107" v="1039" actId="20577"/>
        <pc:sldMkLst>
          <pc:docMk/>
          <pc:sldMk cId="2945874764" sldId="273"/>
        </pc:sldMkLst>
        <pc:spChg chg="mod">
          <ac:chgData name="Jack Forden" userId="097e3a7e-cd5c-474a-95f0-a72dc440bf11" providerId="ADAL" clId="{E85425CB-93DB-4066-BCBC-2427ECDC7B55}" dt="2026-03-05T03:41:59.664" v="223" actId="20577"/>
          <ac:spMkLst>
            <pc:docMk/>
            <pc:sldMk cId="2945874764" sldId="273"/>
            <ac:spMk id="2" creationId="{E163ECA6-FD8A-F554-EC10-9F4C9D64743C}"/>
          </ac:spMkLst>
        </pc:spChg>
        <pc:spChg chg="mod">
          <ac:chgData name="Jack Forden" userId="097e3a7e-cd5c-474a-95f0-a72dc440bf11" providerId="ADAL" clId="{E85425CB-93DB-4066-BCBC-2427ECDC7B55}" dt="2026-03-05T03:55:31.107" v="1039" actId="20577"/>
          <ac:spMkLst>
            <pc:docMk/>
            <pc:sldMk cId="2945874764" sldId="273"/>
            <ac:spMk id="3" creationId="{D21DF6FF-4370-29CF-37BD-103BE8F47E5F}"/>
          </ac:spMkLst>
        </pc:spChg>
      </pc:sldChg>
      <pc:sldChg chg="del">
        <pc:chgData name="Jack Forden" userId="097e3a7e-cd5c-474a-95f0-a72dc440bf11" providerId="ADAL" clId="{E85425CB-93DB-4066-BCBC-2427ECDC7B55}" dt="2026-03-05T03:29:18.476" v="2" actId="47"/>
        <pc:sldMkLst>
          <pc:docMk/>
          <pc:sldMk cId="365413388" sldId="274"/>
        </pc:sldMkLst>
      </pc:sldChg>
      <pc:sldChg chg="modSp new mod">
        <pc:chgData name="Jack Forden" userId="097e3a7e-cd5c-474a-95f0-a72dc440bf11" providerId="ADAL" clId="{E85425CB-93DB-4066-BCBC-2427ECDC7B55}" dt="2026-03-05T03:50:11.075" v="764" actId="14"/>
        <pc:sldMkLst>
          <pc:docMk/>
          <pc:sldMk cId="2329972255" sldId="274"/>
        </pc:sldMkLst>
        <pc:spChg chg="mod">
          <ac:chgData name="Jack Forden" userId="097e3a7e-cd5c-474a-95f0-a72dc440bf11" providerId="ADAL" clId="{E85425CB-93DB-4066-BCBC-2427ECDC7B55}" dt="2026-03-05T03:49:48.836" v="758" actId="20577"/>
          <ac:spMkLst>
            <pc:docMk/>
            <pc:sldMk cId="2329972255" sldId="274"/>
            <ac:spMk id="2" creationId="{4A9762D6-984D-B7C2-3FA1-16FA5B476C84}"/>
          </ac:spMkLst>
        </pc:spChg>
        <pc:spChg chg="mod">
          <ac:chgData name="Jack Forden" userId="097e3a7e-cd5c-474a-95f0-a72dc440bf11" providerId="ADAL" clId="{E85425CB-93DB-4066-BCBC-2427ECDC7B55}" dt="2026-03-05T03:50:11.075" v="764" actId="14"/>
          <ac:spMkLst>
            <pc:docMk/>
            <pc:sldMk cId="2329972255" sldId="274"/>
            <ac:spMk id="3" creationId="{3727BC21-88D9-B5AD-6A5F-35FFE9E86FA8}"/>
          </ac:spMkLst>
        </pc:spChg>
      </pc:sldChg>
      <pc:sldChg chg="del">
        <pc:chgData name="Jack Forden" userId="097e3a7e-cd5c-474a-95f0-a72dc440bf11" providerId="ADAL" clId="{E85425CB-93DB-4066-BCBC-2427ECDC7B55}" dt="2026-03-05T03:29:18.249" v="1" actId="47"/>
        <pc:sldMkLst>
          <pc:docMk/>
          <pc:sldMk cId="22295154" sldId="275"/>
        </pc:sldMkLst>
      </pc:sldChg>
      <pc:sldChg chg="addSp delSp modSp new mod">
        <pc:chgData name="Jack Forden" userId="097e3a7e-cd5c-474a-95f0-a72dc440bf11" providerId="ADAL" clId="{E85425CB-93DB-4066-BCBC-2427ECDC7B55}" dt="2026-03-05T03:57:06.987" v="1165" actId="20577"/>
        <pc:sldMkLst>
          <pc:docMk/>
          <pc:sldMk cId="3008139742" sldId="275"/>
        </pc:sldMkLst>
        <pc:spChg chg="mod">
          <ac:chgData name="Jack Forden" userId="097e3a7e-cd5c-474a-95f0-a72dc440bf11" providerId="ADAL" clId="{E85425CB-93DB-4066-BCBC-2427ECDC7B55}" dt="2026-03-05T03:52:02.965" v="802"/>
          <ac:spMkLst>
            <pc:docMk/>
            <pc:sldMk cId="3008139742" sldId="275"/>
            <ac:spMk id="2" creationId="{9C0F8471-10BD-5C6E-82C0-C8912D938837}"/>
          </ac:spMkLst>
        </pc:spChg>
        <pc:spChg chg="add del mod">
          <ac:chgData name="Jack Forden" userId="097e3a7e-cd5c-474a-95f0-a72dc440bf11" providerId="ADAL" clId="{E85425CB-93DB-4066-BCBC-2427ECDC7B55}" dt="2026-03-05T03:57:06.987" v="1165" actId="20577"/>
          <ac:spMkLst>
            <pc:docMk/>
            <pc:sldMk cId="3008139742" sldId="275"/>
            <ac:spMk id="3" creationId="{E7401E4A-8C11-0C79-6F88-45F363C25B73}"/>
          </ac:spMkLst>
        </pc:spChg>
        <pc:spChg chg="add mod">
          <ac:chgData name="Jack Forden" userId="097e3a7e-cd5c-474a-95f0-a72dc440bf11" providerId="ADAL" clId="{E85425CB-93DB-4066-BCBC-2427ECDC7B55}" dt="2026-03-05T03:52:16.258" v="804"/>
          <ac:spMkLst>
            <pc:docMk/>
            <pc:sldMk cId="3008139742" sldId="275"/>
            <ac:spMk id="4" creationId="{239E0BA3-32F6-B5CB-A78A-DA164608A788}"/>
          </ac:spMkLst>
        </pc:spChg>
      </pc:sldChg>
      <pc:sldChg chg="del">
        <pc:chgData name="Jack Forden" userId="097e3a7e-cd5c-474a-95f0-a72dc440bf11" providerId="ADAL" clId="{E85425CB-93DB-4066-BCBC-2427ECDC7B55}" dt="2026-03-05T03:29:18.690" v="3" actId="47"/>
        <pc:sldMkLst>
          <pc:docMk/>
          <pc:sldMk cId="606047233" sldId="276"/>
        </pc:sldMkLst>
      </pc:sldChg>
      <pc:sldChg chg="addSp modSp new mod">
        <pc:chgData name="Jack Forden" userId="097e3a7e-cd5c-474a-95f0-a72dc440bf11" providerId="ADAL" clId="{E85425CB-93DB-4066-BCBC-2427ECDC7B55}" dt="2026-03-05T04:03:46.018" v="1279" actId="20577"/>
        <pc:sldMkLst>
          <pc:docMk/>
          <pc:sldMk cId="2076262330" sldId="276"/>
        </pc:sldMkLst>
        <pc:spChg chg="mod">
          <ac:chgData name="Jack Forden" userId="097e3a7e-cd5c-474a-95f0-a72dc440bf11" providerId="ADAL" clId="{E85425CB-93DB-4066-BCBC-2427ECDC7B55}" dt="2026-03-05T04:03:46.018" v="1279" actId="20577"/>
          <ac:spMkLst>
            <pc:docMk/>
            <pc:sldMk cId="2076262330" sldId="276"/>
            <ac:spMk id="3" creationId="{02075D41-7363-8DBD-A6F8-DDC4D36377CA}"/>
          </ac:spMkLst>
        </pc:spChg>
        <pc:picChg chg="add mod">
          <ac:chgData name="Jack Forden" userId="097e3a7e-cd5c-474a-95f0-a72dc440bf11" providerId="ADAL" clId="{E85425CB-93DB-4066-BCBC-2427ECDC7B55}" dt="2026-03-05T04:03:07.173" v="1227" actId="14100"/>
          <ac:picMkLst>
            <pc:docMk/>
            <pc:sldMk cId="2076262330" sldId="276"/>
            <ac:picMk id="5" creationId="{ED55AD6A-DC5D-B47C-4D50-3B641C4623E5}"/>
          </ac:picMkLst>
        </pc:picChg>
      </pc:sldChg>
      <pc:sldChg chg="del">
        <pc:chgData name="Jack Forden" userId="097e3a7e-cd5c-474a-95f0-a72dc440bf11" providerId="ADAL" clId="{E85425CB-93DB-4066-BCBC-2427ECDC7B55}" dt="2026-03-05T03:29:19.190" v="6" actId="47"/>
        <pc:sldMkLst>
          <pc:docMk/>
          <pc:sldMk cId="1642230549" sldId="277"/>
        </pc:sldMkLst>
      </pc:sldChg>
      <pc:sldChg chg="addSp modSp new mod">
        <pc:chgData name="Jack Forden" userId="097e3a7e-cd5c-474a-95f0-a72dc440bf11" providerId="ADAL" clId="{E85425CB-93DB-4066-BCBC-2427ECDC7B55}" dt="2026-03-05T04:10:18.675" v="1365" actId="27636"/>
        <pc:sldMkLst>
          <pc:docMk/>
          <pc:sldMk cId="3420329591" sldId="277"/>
        </pc:sldMkLst>
        <pc:spChg chg="mod">
          <ac:chgData name="Jack Forden" userId="097e3a7e-cd5c-474a-95f0-a72dc440bf11" providerId="ADAL" clId="{E85425CB-93DB-4066-BCBC-2427ECDC7B55}" dt="2026-03-05T04:03:54.435" v="1313" actId="20577"/>
          <ac:spMkLst>
            <pc:docMk/>
            <pc:sldMk cId="3420329591" sldId="277"/>
            <ac:spMk id="2" creationId="{6FE5F8D6-8DAF-3125-258A-863F312BE821}"/>
          </ac:spMkLst>
        </pc:spChg>
        <pc:spChg chg="mod">
          <ac:chgData name="Jack Forden" userId="097e3a7e-cd5c-474a-95f0-a72dc440bf11" providerId="ADAL" clId="{E85425CB-93DB-4066-BCBC-2427ECDC7B55}" dt="2026-03-05T04:10:18.675" v="1365" actId="27636"/>
          <ac:spMkLst>
            <pc:docMk/>
            <pc:sldMk cId="3420329591" sldId="277"/>
            <ac:spMk id="3" creationId="{0B9A42B1-D0CC-39D0-C830-E48488E12C31}"/>
          </ac:spMkLst>
        </pc:spChg>
        <pc:spChg chg="add">
          <ac:chgData name="Jack Forden" userId="097e3a7e-cd5c-474a-95f0-a72dc440bf11" providerId="ADAL" clId="{E85425CB-93DB-4066-BCBC-2427ECDC7B55}" dt="2026-03-05T04:04:14.230" v="1316"/>
          <ac:spMkLst>
            <pc:docMk/>
            <pc:sldMk cId="3420329591" sldId="277"/>
            <ac:spMk id="4" creationId="{195D4A88-3217-AABE-5D7F-BBE212BF0C9B}"/>
          </ac:spMkLst>
        </pc:spChg>
        <pc:spChg chg="add">
          <ac:chgData name="Jack Forden" userId="097e3a7e-cd5c-474a-95f0-a72dc440bf11" providerId="ADAL" clId="{E85425CB-93DB-4066-BCBC-2427ECDC7B55}" dt="2026-03-05T04:04:19.101" v="1319"/>
          <ac:spMkLst>
            <pc:docMk/>
            <pc:sldMk cId="3420329591" sldId="277"/>
            <ac:spMk id="5" creationId="{7A96E267-44EB-44A0-83B3-4C0F68D3EC5C}"/>
          </ac:spMkLst>
        </pc:spChg>
      </pc:sldChg>
      <pc:sldChg chg="del">
        <pc:chgData name="Jack Forden" userId="097e3a7e-cd5c-474a-95f0-a72dc440bf11" providerId="ADAL" clId="{E85425CB-93DB-4066-BCBC-2427ECDC7B55}" dt="2026-03-05T03:29:19.349" v="7" actId="47"/>
        <pc:sldMkLst>
          <pc:docMk/>
          <pc:sldMk cId="346824441" sldId="278"/>
        </pc:sldMkLst>
      </pc:sldChg>
      <pc:sldChg chg="addSp modSp new mod">
        <pc:chgData name="Jack Forden" userId="097e3a7e-cd5c-474a-95f0-a72dc440bf11" providerId="ADAL" clId="{E85425CB-93DB-4066-BCBC-2427ECDC7B55}" dt="2026-03-05T04:08:52.626" v="1363" actId="20577"/>
        <pc:sldMkLst>
          <pc:docMk/>
          <pc:sldMk cId="2887979319" sldId="278"/>
        </pc:sldMkLst>
        <pc:spChg chg="mod">
          <ac:chgData name="Jack Forden" userId="097e3a7e-cd5c-474a-95f0-a72dc440bf11" providerId="ADAL" clId="{E85425CB-93DB-4066-BCBC-2427ECDC7B55}" dt="2026-03-05T04:08:52.626" v="1363" actId="20577"/>
          <ac:spMkLst>
            <pc:docMk/>
            <pc:sldMk cId="2887979319" sldId="278"/>
            <ac:spMk id="3" creationId="{8A2A5C22-CCE5-FFA8-EE2A-92E7B523E505}"/>
          </ac:spMkLst>
        </pc:spChg>
        <pc:spChg chg="add">
          <ac:chgData name="Jack Forden" userId="097e3a7e-cd5c-474a-95f0-a72dc440bf11" providerId="ADAL" clId="{E85425CB-93DB-4066-BCBC-2427ECDC7B55}" dt="2026-03-05T04:08:38.803" v="1347"/>
          <ac:spMkLst>
            <pc:docMk/>
            <pc:sldMk cId="2887979319" sldId="278"/>
            <ac:spMk id="4" creationId="{20D76E62-8461-FCA7-BC6D-84E17109F7A2}"/>
          </ac:spMkLst>
        </pc:spChg>
        <pc:spChg chg="add">
          <ac:chgData name="Jack Forden" userId="097e3a7e-cd5c-474a-95f0-a72dc440bf11" providerId="ADAL" clId="{E85425CB-93DB-4066-BCBC-2427ECDC7B55}" dt="2026-03-05T04:08:40.334" v="1348"/>
          <ac:spMkLst>
            <pc:docMk/>
            <pc:sldMk cId="2887979319" sldId="278"/>
            <ac:spMk id="5" creationId="{784D93AD-2C16-DFBA-C15C-2F844E8CB2DC}"/>
          </ac:spMkLst>
        </pc:spChg>
      </pc:sldChg>
      <pc:sldChg chg="del">
        <pc:chgData name="Jack Forden" userId="097e3a7e-cd5c-474a-95f0-a72dc440bf11" providerId="ADAL" clId="{E85425CB-93DB-4066-BCBC-2427ECDC7B55}" dt="2026-03-05T03:29:19.576" v="9" actId="47"/>
        <pc:sldMkLst>
          <pc:docMk/>
          <pc:sldMk cId="2440797793" sldId="279"/>
        </pc:sldMkLst>
      </pc:sldChg>
      <pc:sldChg chg="del">
        <pc:chgData name="Jack Forden" userId="097e3a7e-cd5c-474a-95f0-a72dc440bf11" providerId="ADAL" clId="{E85425CB-93DB-4066-BCBC-2427ECDC7B55}" dt="2026-03-05T03:29:19.809" v="11" actId="47"/>
        <pc:sldMkLst>
          <pc:docMk/>
          <pc:sldMk cId="1197103433" sldId="280"/>
        </pc:sldMkLst>
      </pc:sldChg>
      <pc:sldChg chg="del">
        <pc:chgData name="Jack Forden" userId="097e3a7e-cd5c-474a-95f0-a72dc440bf11" providerId="ADAL" clId="{E85425CB-93DB-4066-BCBC-2427ECDC7B55}" dt="2026-03-05T03:29:20.499" v="13" actId="47"/>
        <pc:sldMkLst>
          <pc:docMk/>
          <pc:sldMk cId="325644633" sldId="281"/>
        </pc:sldMkLst>
      </pc:sldChg>
      <pc:sldChg chg="del">
        <pc:chgData name="Jack Forden" userId="097e3a7e-cd5c-474a-95f0-a72dc440bf11" providerId="ADAL" clId="{E85425CB-93DB-4066-BCBC-2427ECDC7B55}" dt="2026-03-05T03:29:20.631" v="14" actId="47"/>
        <pc:sldMkLst>
          <pc:docMk/>
          <pc:sldMk cId="3082265649" sldId="282"/>
        </pc:sldMkLst>
      </pc:sldChg>
      <pc:sldChg chg="del">
        <pc:chgData name="Jack Forden" userId="097e3a7e-cd5c-474a-95f0-a72dc440bf11" providerId="ADAL" clId="{E85425CB-93DB-4066-BCBC-2427ECDC7B55}" dt="2026-03-05T03:29:20.751" v="15" actId="47"/>
        <pc:sldMkLst>
          <pc:docMk/>
          <pc:sldMk cId="2427591833" sldId="283"/>
        </pc:sldMkLst>
      </pc:sldChg>
      <pc:sldChg chg="del">
        <pc:chgData name="Jack Forden" userId="097e3a7e-cd5c-474a-95f0-a72dc440bf11" providerId="ADAL" clId="{E85425CB-93DB-4066-BCBC-2427ECDC7B55}" dt="2026-03-05T03:29:20.878" v="16" actId="47"/>
        <pc:sldMkLst>
          <pc:docMk/>
          <pc:sldMk cId="1832589817" sldId="2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0FC5-52F8-4AD9-D732-610A9FD02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36390-D7ED-FE9B-B401-100878D2B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FD8C7-4F3F-3BD6-9934-258F31C7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AE5E6-E9DA-501F-7B51-4F6EFE14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0203D-ECF2-629D-7B7D-E2ECB3DB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3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8E89-EE68-5CF7-90F8-04851014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F1536-7414-A50D-9882-48A44DEBB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C2B53-B023-53EA-CBA4-5B3C47A9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85459-401B-3C9B-8E31-C1979FBE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AC5DC-B9AD-8C32-6916-37F45043D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2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AEC6-ECBB-266E-9310-223C1EDB8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C49E0-120A-9C3F-8361-277DA0805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C9C62-9F5D-AD03-0F34-5E99762E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2CFE-4933-B93E-98D4-0D745B9E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F30DE-A405-73B2-83B8-45AF728C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7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5A31-614D-A7F8-F2B8-061105323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4CA7-4B05-D83A-2B73-1990EB1E9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63593-3D6C-510B-4AB0-D47F073B5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E5F99-3A8D-3BD0-3ECA-BA7BEFE4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563E4-EBB0-AF83-FDF5-6F68E79D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1D095-A053-F27E-C9CC-B63C63C1B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2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21EC-8C00-9032-1580-3FE61E40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215C-E500-346C-9B08-86BED10CF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F380E-BF44-3C52-55A9-E64DED50B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A047A-4920-A5BA-9E0E-A53AD9C1C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2F1F64-4AEC-535C-2B5A-FCD7F0EE1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6B840-CDDA-F6B7-E8C8-9CB37881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A85FB4-3D51-F6C5-C03B-F92730E4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A702E-30BC-D472-B6D9-B9FDC6A1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9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9428A-A282-AC34-AEEE-D63F080E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3EB7C-94AC-380B-16FD-33E4249C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9A1D6-E4F2-124A-C813-FDAD378D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A130E-A202-E091-3463-DBA2226F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53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3FB57-CE57-B92B-C293-D7D16718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56FEC2-B43C-3B8D-32E8-D2CE89D3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E2C27-EF9B-ED1E-624D-389581F3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8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B0DCF-C809-B2E5-63E8-97BB6FD6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E8F71-A7C7-53B1-FE58-0448A1609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1147E-4E6F-FD24-D537-29A3B14A3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29286-B649-DEB2-3028-63CCC146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F585A-B748-CE4E-356E-E08A043DC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DD81B-5742-B617-0252-17BE9E01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3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DE91-3E36-AE36-946F-2F208A213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EEB97D-AC8F-2287-48E3-F092BD9ED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16CC4-96EE-FEED-5E33-5FA8B4EB2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A09F9-8B69-D097-7C7F-2DDEDA21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3708F-8C9F-980B-8245-8399E4CA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F33AB-7616-71C7-DA3E-754218F0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3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C6BB-F755-4367-DA25-0B81D838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418FF-B805-044A-E70F-68C8B600C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1B4D1-E4D4-085A-A2DB-052B24EB4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9E855-7C5D-741D-AC48-F92E77EF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1A07D-3B43-4DD9-9411-6E034F3B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99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7C031-140C-D44E-0373-C3CF12245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C3D3B-99BB-B2D6-FBB3-0AEC0E601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A0A91-DBBC-57E3-B74D-06E85BA4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E8A67-C521-7080-192B-19E71FD7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9AA1F-521B-7D23-397E-C1C88256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4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500C6-D556-2A04-9DF2-F0401BC0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9A640-F937-B535-CB7B-C1C2953E0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56946-8A01-5D4B-1E6F-27592822F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A24BE-CE2E-4832-AF0C-7429C744D1A7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1DDDB-BBCC-C322-A448-962C0C031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0261-5A06-C3F6-ED76-5D8CCA788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AE6D8-3E70-4B4E-94A9-701D79CA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5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B355-8398-D896-DC0B-26C1EF66AD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TeamFourStar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167CD-A934-4609-8146-3EB7B8F588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Update: Things have gone wrong</a:t>
            </a:r>
          </a:p>
        </p:txBody>
      </p:sp>
    </p:spTree>
    <p:extLst>
      <p:ext uri="{BB962C8B-B14F-4D97-AF65-F5344CB8AC3E}">
        <p14:creationId xmlns:p14="http://schemas.microsoft.com/office/powerpoint/2010/main" val="183321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ECA6-FD8A-F554-EC10-9F4C9D647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 vs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DF6FF-4370-29CF-37BD-103BE8F47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 for the back testers</a:t>
            </a:r>
          </a:p>
          <a:p>
            <a:pPr lvl="1"/>
            <a:r>
              <a:rPr lang="en-US" dirty="0"/>
              <a:t>Your job was to prove mathematically that we achieved stationarity. Did anyone happen to check how many dollar bars we actually produced?</a:t>
            </a:r>
          </a:p>
          <a:p>
            <a:r>
              <a:rPr lang="en-US" dirty="0"/>
              <a:t>I </a:t>
            </a:r>
            <a:r>
              <a:rPr lang="en-US" b="1" dirty="0"/>
              <a:t>didn’t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62D6-984D-B7C2-3FA1-16FA5B47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Paradox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7BC21-88D9-B5AD-6A5F-35FFE9E8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wondered why my </a:t>
            </a:r>
            <a:r>
              <a:rPr lang="en-US" dirty="0" err="1"/>
              <a:t>diff_parquet</a:t>
            </a:r>
            <a:r>
              <a:rPr lang="en-US" dirty="0"/>
              <a:t> file sizes were so much </a:t>
            </a:r>
            <a:r>
              <a:rPr lang="en-US" b="1" dirty="0"/>
              <a:t>smaller</a:t>
            </a:r>
            <a:r>
              <a:rPr lang="en-US" dirty="0"/>
              <a:t> than my original datasets</a:t>
            </a:r>
          </a:p>
          <a:p>
            <a:pPr lvl="1"/>
            <a:r>
              <a:rPr lang="en-US" dirty="0"/>
              <a:t>We added a row, so surly it should be more, right?</a:t>
            </a:r>
          </a:p>
          <a:p>
            <a:r>
              <a:rPr lang="en-US" dirty="0"/>
              <a:t>We took a dataset, and we ran a massive computation to add a brand new column to it. We added data. So surely, the file size should be larger, right? Where did the megabytes go?</a:t>
            </a:r>
          </a:p>
        </p:txBody>
      </p:sp>
    </p:spTree>
    <p:extLst>
      <p:ext uri="{BB962C8B-B14F-4D97-AF65-F5344CB8AC3E}">
        <p14:creationId xmlns:p14="http://schemas.microsoft.com/office/powerpoint/2010/main" val="232997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8471-10BD-5C6E-82C0-C8912D938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can’t </a:t>
            </a:r>
            <a:r>
              <a:rPr lang="en-US" dirty="0" err="1"/>
              <a:t>NaN</a:t>
            </a:r>
            <a:r>
              <a:rPr lang="en-US" dirty="0"/>
              <a:t> this one 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1E4A-8C11-0C79-6F88-45F363C25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Strategists and Analysts</a:t>
            </a:r>
          </a:p>
          <a:p>
            <a:pPr lvl="1"/>
            <a:r>
              <a:rPr lang="en-US" dirty="0"/>
              <a:t>What was the purpose of the expanding window and threshold for fractional differentiation</a:t>
            </a:r>
          </a:p>
          <a:p>
            <a:pPr lvl="1"/>
            <a:r>
              <a:rPr lang="en-US" dirty="0"/>
              <a:t>How does it work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3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16880-4A47-61B6-A449-8767763F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75D41-7363-8DBD-A6F8-DDC4D3637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Theory of Infinite Memory: True fractional differentiation uses an "expanding window." Today's price relies on every historical price since the asset started trading.</a:t>
            </a:r>
          </a:p>
          <a:p>
            <a:r>
              <a:rPr lang="en-US" dirty="0"/>
              <a:t>To calculate a single fractionally differentiated price, we need a </a:t>
            </a:r>
            <a:r>
              <a:rPr lang="en-US" b="1" dirty="0"/>
              <a:t>full</a:t>
            </a:r>
            <a:r>
              <a:rPr lang="en-US" dirty="0"/>
              <a:t> "window" of historical prices to multiply against our weights.</a:t>
            </a:r>
          </a:p>
          <a:p>
            <a:r>
              <a:rPr lang="en-US" dirty="0"/>
              <a:t>If our weight threshold dictates we need 10,000 historical rows, row #10,000 is the </a:t>
            </a:r>
            <a:r>
              <a:rPr lang="en-US" i="1" dirty="0"/>
              <a:t>first</a:t>
            </a:r>
            <a:r>
              <a:rPr lang="en-US" dirty="0"/>
              <a:t> day we can actually run the calculation.</a:t>
            </a:r>
          </a:p>
          <a:p>
            <a:pPr lvl="1"/>
            <a:r>
              <a:rPr lang="en-US" dirty="0"/>
              <a:t>So…how did I handle these dropped days?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55AD6A-DC5D-B47C-4D50-3B641C462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647" y="4787056"/>
            <a:ext cx="1451300" cy="18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62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5F8D6-8DAF-3125-258A-863F312B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Can’t </a:t>
            </a:r>
            <a:r>
              <a:rPr lang="en-US" dirty="0" err="1"/>
              <a:t>NaN</a:t>
            </a:r>
            <a:r>
              <a:rPr lang="en-US" dirty="0"/>
              <a:t> my way out of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A42B1-D0CC-39D0-C830-E48488E1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Rows 1 through 9,999 do not have enough history behind them. Our code automatically fills them with </a:t>
            </a:r>
            <a:r>
              <a:rPr lang="en-US" dirty="0" err="1"/>
              <a:t>NaN</a:t>
            </a:r>
            <a:r>
              <a:rPr lang="en-US" dirty="0"/>
              <a:t> (Not a Number).</a:t>
            </a:r>
          </a:p>
          <a:p>
            <a:r>
              <a:rPr lang="en-US" dirty="0"/>
              <a:t>Imagine our loop is testing a very small 'd' value, like 0.01. Because the value is so small, the weights decay incredibly slowly. To get down to our threshold, the math requires a window of 10,000 historical rows to calculate today's value.</a:t>
            </a:r>
          </a:p>
          <a:p>
            <a:r>
              <a:rPr lang="en-US" dirty="0"/>
              <a:t>If we go to the very first row of our 5-year dataset, we don't have 10,000 rows of history behind it; we have zero. We can't do the math. The same is true for row 2, and row 100, and row 9,999. Our code physically cannot calculate a value until it reaches row 10,000.</a:t>
            </a:r>
          </a:p>
        </p:txBody>
      </p:sp>
    </p:spTree>
    <p:extLst>
      <p:ext uri="{BB962C8B-B14F-4D97-AF65-F5344CB8AC3E}">
        <p14:creationId xmlns:p14="http://schemas.microsoft.com/office/powerpoint/2010/main" val="3420329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E2F5-9C37-D453-1570-1B17643F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5C22-CCE5-FFA8-EE2A-92E7B523E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 </a:t>
            </a:r>
            <a:r>
              <a:rPr lang="en-US" dirty="0" err="1"/>
              <a:t>dropna</a:t>
            </a:r>
            <a:r>
              <a:rPr lang="en-US" dirty="0"/>
              <a:t>() loop caused the Augmented Dickey-Fuller (ADF) test to evaluate completely different timeframes on every iteration.</a:t>
            </a:r>
          </a:p>
          <a:p>
            <a:r>
              <a:rPr lang="en-US" b="1" dirty="0"/>
              <a:t>Loop 1 (d=0.01):</a:t>
            </a:r>
            <a:r>
              <a:rPr lang="en-US" dirty="0"/>
              <a:t> The weights decayed so slowly that we dropped 4.5 years of data. The test only evaluated the surviving 6 months.</a:t>
            </a:r>
          </a:p>
          <a:p>
            <a:r>
              <a:rPr lang="en-US" b="1" dirty="0"/>
              <a:t>Loop 20 (d=0.20):</a:t>
            </a:r>
            <a:r>
              <a:rPr lang="en-US" dirty="0"/>
              <a:t> The weights decayed faster, dropping only 1 year. The test evaluated 4 years of data.</a:t>
            </a:r>
          </a:p>
          <a:p>
            <a:r>
              <a:rPr lang="en-US" b="1" dirty="0"/>
              <a:t>The Illusion: my</a:t>
            </a:r>
            <a:r>
              <a:rPr lang="en-US" dirty="0"/>
              <a:t> code didn’t find the true mathematical threshold. It just found the specific d value that deleted enough of the macro trend to trick the test into seeing a flat line.</a:t>
            </a:r>
          </a:p>
        </p:txBody>
      </p:sp>
    </p:spTree>
    <p:extLst>
      <p:ext uri="{BB962C8B-B14F-4D97-AF65-F5344CB8AC3E}">
        <p14:creationId xmlns:p14="http://schemas.microsoft.com/office/powerpoint/2010/main" val="288797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482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TeamFourStar</vt:lpstr>
      <vt:lpstr>Theory vs Testing</vt:lpstr>
      <vt:lpstr>The Paradox</vt:lpstr>
      <vt:lpstr>I can’t NaN this one away</vt:lpstr>
      <vt:lpstr>PowerPoint Presentation</vt:lpstr>
      <vt:lpstr>Can’t NaN my way out of this</vt:lpstr>
      <vt:lpstr>PowerPoint Presentation</vt:lpstr>
    </vt:vector>
  </TitlesOfParts>
  <Company>Carroll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Forden</dc:creator>
  <cp:lastModifiedBy>Jack Forden</cp:lastModifiedBy>
  <cp:revision>1</cp:revision>
  <dcterms:created xsi:type="dcterms:W3CDTF">2026-02-16T18:05:24Z</dcterms:created>
  <dcterms:modified xsi:type="dcterms:W3CDTF">2026-03-05T04:10:28Z</dcterms:modified>
</cp:coreProperties>
</file>