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notesMasterIdLst>
    <p:notesMasterId r:id="rId42"/>
  </p:notesMasterIdLst>
  <p:sldIdLst>
    <p:sldId id="257" r:id="rId3"/>
    <p:sldId id="258" r:id="rId4"/>
    <p:sldId id="270" r:id="rId5"/>
    <p:sldId id="271" r:id="rId6"/>
    <p:sldId id="273" r:id="rId7"/>
    <p:sldId id="259" r:id="rId8"/>
    <p:sldId id="264" r:id="rId9"/>
    <p:sldId id="260" r:id="rId10"/>
    <p:sldId id="274" r:id="rId11"/>
    <p:sldId id="262" r:id="rId12"/>
    <p:sldId id="261" r:id="rId13"/>
    <p:sldId id="263" r:id="rId14"/>
    <p:sldId id="275" r:id="rId15"/>
    <p:sldId id="276" r:id="rId16"/>
    <p:sldId id="265" r:id="rId17"/>
    <p:sldId id="266" r:id="rId18"/>
    <p:sldId id="269" r:id="rId19"/>
    <p:sldId id="277" r:id="rId20"/>
    <p:sldId id="267" r:id="rId21"/>
    <p:sldId id="278" r:id="rId22"/>
    <p:sldId id="268" r:id="rId23"/>
    <p:sldId id="279" r:id="rId24"/>
    <p:sldId id="288" r:id="rId25"/>
    <p:sldId id="289" r:id="rId26"/>
    <p:sldId id="290" r:id="rId27"/>
    <p:sldId id="291" r:id="rId28"/>
    <p:sldId id="292" r:id="rId29"/>
    <p:sldId id="294" r:id="rId30"/>
    <p:sldId id="272" r:id="rId31"/>
    <p:sldId id="295" r:id="rId32"/>
    <p:sldId id="296" r:id="rId33"/>
    <p:sldId id="297" r:id="rId34"/>
    <p:sldId id="298" r:id="rId35"/>
    <p:sldId id="299" r:id="rId36"/>
    <p:sldId id="300" r:id="rId37"/>
    <p:sldId id="301" r:id="rId38"/>
    <p:sldId id="280" r:id="rId39"/>
    <p:sldId id="281" r:id="rId40"/>
    <p:sldId id="282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76C283-52F5-4923-95A0-79A172A45B44}" v="50" dt="2026-03-09T20:50:45.9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42" y="20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Forden" userId="097e3a7e-cd5c-474a-95f0-a72dc440bf11" providerId="ADAL" clId="{E85425CB-93DB-4066-BCBC-2427ECDC7B55}"/>
    <pc:docChg chg="undo custSel addSld delSld modSld sldOrd delMainMaster">
      <pc:chgData name="Jack Forden" userId="097e3a7e-cd5c-474a-95f0-a72dc440bf11" providerId="ADAL" clId="{E85425CB-93DB-4066-BCBC-2427ECDC7B55}" dt="2026-03-09T20:51:47.303" v="5674" actId="20577"/>
      <pc:docMkLst>
        <pc:docMk/>
      </pc:docMkLst>
      <pc:sldChg chg="add del">
        <pc:chgData name="Jack Forden" userId="097e3a7e-cd5c-474a-95f0-a72dc440bf11" providerId="ADAL" clId="{E85425CB-93DB-4066-BCBC-2427ECDC7B55}" dt="2026-03-09T16:33:31.198" v="2" actId="47"/>
        <pc:sldMkLst>
          <pc:docMk/>
          <pc:sldMk cId="1060217128" sldId="256"/>
        </pc:sldMkLst>
      </pc:sldChg>
      <pc:sldChg chg="modSp add mod">
        <pc:chgData name="Jack Forden" userId="097e3a7e-cd5c-474a-95f0-a72dc440bf11" providerId="ADAL" clId="{E85425CB-93DB-4066-BCBC-2427ECDC7B55}" dt="2026-03-09T16:50:22.724" v="75" actId="5793"/>
        <pc:sldMkLst>
          <pc:docMk/>
          <pc:sldMk cId="1289838868" sldId="257"/>
        </pc:sldMkLst>
        <pc:spChg chg="mod">
          <ac:chgData name="Jack Forden" userId="097e3a7e-cd5c-474a-95f0-a72dc440bf11" providerId="ADAL" clId="{E85425CB-93DB-4066-BCBC-2427ECDC7B55}" dt="2026-03-09T16:47:43.171" v="24" actId="20577"/>
          <ac:spMkLst>
            <pc:docMk/>
            <pc:sldMk cId="1289838868" sldId="257"/>
            <ac:spMk id="2" creationId="{00D3BDB2-C0D0-8B9C-A456-686F81FC2D48}"/>
          </ac:spMkLst>
        </pc:spChg>
        <pc:spChg chg="mod">
          <ac:chgData name="Jack Forden" userId="097e3a7e-cd5c-474a-95f0-a72dc440bf11" providerId="ADAL" clId="{E85425CB-93DB-4066-BCBC-2427ECDC7B55}" dt="2026-03-09T16:50:22.724" v="75" actId="5793"/>
          <ac:spMkLst>
            <pc:docMk/>
            <pc:sldMk cId="1289838868" sldId="257"/>
            <ac:spMk id="3" creationId="{23D45674-4ADB-82E3-CC62-247426F19C78}"/>
          </ac:spMkLst>
        </pc:spChg>
      </pc:sldChg>
      <pc:sldChg chg="addSp delSp modSp new mod">
        <pc:chgData name="Jack Forden" userId="097e3a7e-cd5c-474a-95f0-a72dc440bf11" providerId="ADAL" clId="{E85425CB-93DB-4066-BCBC-2427ECDC7B55}" dt="2026-03-09T20:12:08.221" v="4900" actId="1076"/>
        <pc:sldMkLst>
          <pc:docMk/>
          <pc:sldMk cId="1937015505" sldId="258"/>
        </pc:sldMkLst>
        <pc:spChg chg="mod">
          <ac:chgData name="Jack Forden" userId="097e3a7e-cd5c-474a-95f0-a72dc440bf11" providerId="ADAL" clId="{E85425CB-93DB-4066-BCBC-2427ECDC7B55}" dt="2026-03-09T19:09:02.538" v="91" actId="20577"/>
          <ac:spMkLst>
            <pc:docMk/>
            <pc:sldMk cId="1937015505" sldId="258"/>
            <ac:spMk id="2" creationId="{DFAE7EDF-B672-AA8F-8C28-86AD96D440A0}"/>
          </ac:spMkLst>
        </pc:spChg>
        <pc:spChg chg="mod">
          <ac:chgData name="Jack Forden" userId="097e3a7e-cd5c-474a-95f0-a72dc440bf11" providerId="ADAL" clId="{E85425CB-93DB-4066-BCBC-2427ECDC7B55}" dt="2026-03-09T19:13:11.345" v="549" actId="20577"/>
          <ac:spMkLst>
            <pc:docMk/>
            <pc:sldMk cId="1937015505" sldId="258"/>
            <ac:spMk id="3" creationId="{D4C34A7A-4568-A52B-DB39-D48FF2E3206D}"/>
          </ac:spMkLst>
        </pc:spChg>
        <pc:picChg chg="add del mod">
          <ac:chgData name="Jack Forden" userId="097e3a7e-cd5c-474a-95f0-a72dc440bf11" providerId="ADAL" clId="{E85425CB-93DB-4066-BCBC-2427ECDC7B55}" dt="2026-03-09T20:11:54.550" v="4893" actId="478"/>
          <ac:picMkLst>
            <pc:docMk/>
            <pc:sldMk cId="1937015505" sldId="258"/>
            <ac:picMk id="5" creationId="{09CCD616-FF21-85F7-4B67-F0B60E9B129D}"/>
          </ac:picMkLst>
        </pc:picChg>
        <pc:picChg chg="add mod">
          <ac:chgData name="Jack Forden" userId="097e3a7e-cd5c-474a-95f0-a72dc440bf11" providerId="ADAL" clId="{E85425CB-93DB-4066-BCBC-2427ECDC7B55}" dt="2026-03-09T20:12:08.221" v="4900" actId="1076"/>
          <ac:picMkLst>
            <pc:docMk/>
            <pc:sldMk cId="1937015505" sldId="258"/>
            <ac:picMk id="7" creationId="{C31CBB32-4B22-5D68-ECAA-BDCCFEAA76EE}"/>
          </ac:picMkLst>
        </pc:picChg>
      </pc:sldChg>
      <pc:sldChg chg="modSp new mod ord">
        <pc:chgData name="Jack Forden" userId="097e3a7e-cd5c-474a-95f0-a72dc440bf11" providerId="ADAL" clId="{E85425CB-93DB-4066-BCBC-2427ECDC7B55}" dt="2026-03-09T20:24:09.837" v="4949" actId="20577"/>
        <pc:sldMkLst>
          <pc:docMk/>
          <pc:sldMk cId="1990932051" sldId="259"/>
        </pc:sldMkLst>
        <pc:spChg chg="mod">
          <ac:chgData name="Jack Forden" userId="097e3a7e-cd5c-474a-95f0-a72dc440bf11" providerId="ADAL" clId="{E85425CB-93DB-4066-BCBC-2427ECDC7B55}" dt="2026-03-09T19:13:22.908" v="587" actId="20577"/>
          <ac:spMkLst>
            <pc:docMk/>
            <pc:sldMk cId="1990932051" sldId="259"/>
            <ac:spMk id="2" creationId="{256DF417-2BED-FCFC-3217-BD85C803E8EB}"/>
          </ac:spMkLst>
        </pc:spChg>
        <pc:spChg chg="mod">
          <ac:chgData name="Jack Forden" userId="097e3a7e-cd5c-474a-95f0-a72dc440bf11" providerId="ADAL" clId="{E85425CB-93DB-4066-BCBC-2427ECDC7B55}" dt="2026-03-09T20:24:09.837" v="4949" actId="20577"/>
          <ac:spMkLst>
            <pc:docMk/>
            <pc:sldMk cId="1990932051" sldId="259"/>
            <ac:spMk id="3" creationId="{87494054-9852-6231-E352-0F17A41BAF55}"/>
          </ac:spMkLst>
        </pc:spChg>
      </pc:sldChg>
      <pc:sldChg chg="modSp new mod ord">
        <pc:chgData name="Jack Forden" userId="097e3a7e-cd5c-474a-95f0-a72dc440bf11" providerId="ADAL" clId="{E85425CB-93DB-4066-BCBC-2427ECDC7B55}" dt="2026-03-09T20:25:20.464" v="4953"/>
        <pc:sldMkLst>
          <pc:docMk/>
          <pc:sldMk cId="3787195625" sldId="260"/>
        </pc:sldMkLst>
        <pc:spChg chg="mod">
          <ac:chgData name="Jack Forden" userId="097e3a7e-cd5c-474a-95f0-a72dc440bf11" providerId="ADAL" clId="{E85425CB-93DB-4066-BCBC-2427ECDC7B55}" dt="2026-03-09T19:22:40.991" v="1520" actId="20577"/>
          <ac:spMkLst>
            <pc:docMk/>
            <pc:sldMk cId="3787195625" sldId="260"/>
            <ac:spMk id="2" creationId="{36414241-7FD3-07D8-583D-93C3DAF7876E}"/>
          </ac:spMkLst>
        </pc:spChg>
        <pc:spChg chg="mod">
          <ac:chgData name="Jack Forden" userId="097e3a7e-cd5c-474a-95f0-a72dc440bf11" providerId="ADAL" clId="{E85425CB-93DB-4066-BCBC-2427ECDC7B55}" dt="2026-03-09T19:55:57.234" v="4887" actId="20577"/>
          <ac:spMkLst>
            <pc:docMk/>
            <pc:sldMk cId="3787195625" sldId="260"/>
            <ac:spMk id="3" creationId="{909C4810-1FED-47B2-B952-1CCEAD4D6B4D}"/>
          </ac:spMkLst>
        </pc:spChg>
      </pc:sldChg>
      <pc:sldChg chg="addSp modSp new mod ord">
        <pc:chgData name="Jack Forden" userId="097e3a7e-cd5c-474a-95f0-a72dc440bf11" providerId="ADAL" clId="{E85425CB-93DB-4066-BCBC-2427ECDC7B55}" dt="2026-03-09T20:34:59.293" v="5013"/>
        <pc:sldMkLst>
          <pc:docMk/>
          <pc:sldMk cId="1145631576" sldId="261"/>
        </pc:sldMkLst>
        <pc:spChg chg="mod">
          <ac:chgData name="Jack Forden" userId="097e3a7e-cd5c-474a-95f0-a72dc440bf11" providerId="ADAL" clId="{E85425CB-93DB-4066-BCBC-2427ECDC7B55}" dt="2026-03-09T19:23:27.436" v="1673" actId="20577"/>
          <ac:spMkLst>
            <pc:docMk/>
            <pc:sldMk cId="1145631576" sldId="261"/>
            <ac:spMk id="2" creationId="{DE631F09-2291-3F12-3C55-C272AADDBE0B}"/>
          </ac:spMkLst>
        </pc:spChg>
        <pc:spChg chg="mod">
          <ac:chgData name="Jack Forden" userId="097e3a7e-cd5c-474a-95f0-a72dc440bf11" providerId="ADAL" clId="{E85425CB-93DB-4066-BCBC-2427ECDC7B55}" dt="2026-03-09T19:30:09.324" v="2315" actId="20577"/>
          <ac:spMkLst>
            <pc:docMk/>
            <pc:sldMk cId="1145631576" sldId="261"/>
            <ac:spMk id="3" creationId="{A18BD10A-5351-76CF-22D6-402F5421A98B}"/>
          </ac:spMkLst>
        </pc:spChg>
        <pc:spChg chg="add">
          <ac:chgData name="Jack Forden" userId="097e3a7e-cd5c-474a-95f0-a72dc440bf11" providerId="ADAL" clId="{E85425CB-93DB-4066-BCBC-2427ECDC7B55}" dt="2026-03-09T19:24:36.358" v="1946"/>
          <ac:spMkLst>
            <pc:docMk/>
            <pc:sldMk cId="1145631576" sldId="261"/>
            <ac:spMk id="4" creationId="{4928C264-1D48-6CDB-B711-1B0630C632E7}"/>
          </ac:spMkLst>
        </pc:spChg>
      </pc:sldChg>
      <pc:sldChg chg="addSp modSp new mod ord setBg">
        <pc:chgData name="Jack Forden" userId="097e3a7e-cd5c-474a-95f0-a72dc440bf11" providerId="ADAL" clId="{E85425CB-93DB-4066-BCBC-2427ECDC7B55}" dt="2026-03-09T20:27:26.612" v="4959"/>
        <pc:sldMkLst>
          <pc:docMk/>
          <pc:sldMk cId="3296125724" sldId="262"/>
        </pc:sldMkLst>
        <pc:spChg chg="mod">
          <ac:chgData name="Jack Forden" userId="097e3a7e-cd5c-474a-95f0-a72dc440bf11" providerId="ADAL" clId="{E85425CB-93DB-4066-BCBC-2427ECDC7B55}" dt="2026-03-09T19:32:36.875" v="2905" actId="26606"/>
          <ac:spMkLst>
            <pc:docMk/>
            <pc:sldMk cId="3296125724" sldId="262"/>
            <ac:spMk id="2" creationId="{6E9E65EC-CDFE-AD26-1FC3-F0DCEE4369E8}"/>
          </ac:spMkLst>
        </pc:spChg>
        <pc:spChg chg="mod">
          <ac:chgData name="Jack Forden" userId="097e3a7e-cd5c-474a-95f0-a72dc440bf11" providerId="ADAL" clId="{E85425CB-93DB-4066-BCBC-2427ECDC7B55}" dt="2026-03-09T19:32:36.875" v="2905" actId="26606"/>
          <ac:spMkLst>
            <pc:docMk/>
            <pc:sldMk cId="3296125724" sldId="262"/>
            <ac:spMk id="3" creationId="{1F0AE327-E4CE-7900-D95E-B917D1B56A0C}"/>
          </ac:spMkLst>
        </pc:spChg>
        <pc:spChg chg="add">
          <ac:chgData name="Jack Forden" userId="097e3a7e-cd5c-474a-95f0-a72dc440bf11" providerId="ADAL" clId="{E85425CB-93DB-4066-BCBC-2427ECDC7B55}" dt="2026-03-09T19:32:36.875" v="2905" actId="26606"/>
          <ac:spMkLst>
            <pc:docMk/>
            <pc:sldMk cId="3296125724" sldId="262"/>
            <ac:spMk id="9" creationId="{311973C2-EB8B-452A-A698-4A252FD3AE28}"/>
          </ac:spMkLst>
        </pc:spChg>
        <pc:spChg chg="add">
          <ac:chgData name="Jack Forden" userId="097e3a7e-cd5c-474a-95f0-a72dc440bf11" providerId="ADAL" clId="{E85425CB-93DB-4066-BCBC-2427ECDC7B55}" dt="2026-03-09T19:32:36.875" v="2905" actId="26606"/>
          <ac:spMkLst>
            <pc:docMk/>
            <pc:sldMk cId="3296125724" sldId="262"/>
            <ac:spMk id="11" creationId="{10162E77-11AD-44A7-84EC-40C59EEFBD2E}"/>
          </ac:spMkLst>
        </pc:spChg>
        <pc:picChg chg="add">
          <ac:chgData name="Jack Forden" userId="097e3a7e-cd5c-474a-95f0-a72dc440bf11" providerId="ADAL" clId="{E85425CB-93DB-4066-BCBC-2427ECDC7B55}" dt="2026-03-09T19:32:36.875" v="2905" actId="26606"/>
          <ac:picMkLst>
            <pc:docMk/>
            <pc:sldMk cId="3296125724" sldId="262"/>
            <ac:picMk id="5" creationId="{2836C691-CEB9-198F-6667-00C5F1735D55}"/>
          </ac:picMkLst>
        </pc:picChg>
        <pc:cxnChg chg="add">
          <ac:chgData name="Jack Forden" userId="097e3a7e-cd5c-474a-95f0-a72dc440bf11" providerId="ADAL" clId="{E85425CB-93DB-4066-BCBC-2427ECDC7B55}" dt="2026-03-09T19:32:36.875" v="2905" actId="26606"/>
          <ac:cxnSpMkLst>
            <pc:docMk/>
            <pc:sldMk cId="3296125724" sldId="262"/>
            <ac:cxnSpMk id="13" creationId="{5AB158E9-1B40-4CD6-95F0-95CA11DF7B7A}"/>
          </ac:cxnSpMkLst>
        </pc:cxnChg>
      </pc:sldChg>
      <pc:sldChg chg="addSp modSp new mod ord setBg">
        <pc:chgData name="Jack Forden" userId="097e3a7e-cd5c-474a-95f0-a72dc440bf11" providerId="ADAL" clId="{E85425CB-93DB-4066-BCBC-2427ECDC7B55}" dt="2026-03-09T20:29:16.290" v="5009"/>
        <pc:sldMkLst>
          <pc:docMk/>
          <pc:sldMk cId="1795177927" sldId="263"/>
        </pc:sldMkLst>
        <pc:spChg chg="mod">
          <ac:chgData name="Jack Forden" userId="097e3a7e-cd5c-474a-95f0-a72dc440bf11" providerId="ADAL" clId="{E85425CB-93DB-4066-BCBC-2427ECDC7B55}" dt="2026-03-09T19:35:09.616" v="3434" actId="26606"/>
          <ac:spMkLst>
            <pc:docMk/>
            <pc:sldMk cId="1795177927" sldId="263"/>
            <ac:spMk id="2" creationId="{0A9EF0EF-1F37-6875-D635-8A0ACA805E0A}"/>
          </ac:spMkLst>
        </pc:spChg>
        <pc:spChg chg="mod">
          <ac:chgData name="Jack Forden" userId="097e3a7e-cd5c-474a-95f0-a72dc440bf11" providerId="ADAL" clId="{E85425CB-93DB-4066-BCBC-2427ECDC7B55}" dt="2026-03-09T19:35:09.616" v="3434" actId="26606"/>
          <ac:spMkLst>
            <pc:docMk/>
            <pc:sldMk cId="1795177927" sldId="263"/>
            <ac:spMk id="3" creationId="{33981D99-1724-795A-3B96-CEBC9AA578FF}"/>
          </ac:spMkLst>
        </pc:spChg>
        <pc:spChg chg="add">
          <ac:chgData name="Jack Forden" userId="097e3a7e-cd5c-474a-95f0-a72dc440bf11" providerId="ADAL" clId="{E85425CB-93DB-4066-BCBC-2427ECDC7B55}" dt="2026-03-09T19:35:09.616" v="3434" actId="26606"/>
          <ac:spMkLst>
            <pc:docMk/>
            <pc:sldMk cId="1795177927" sldId="263"/>
            <ac:spMk id="9" creationId="{F4C359F3-25B2-4E2B-8713-5583EAF4C18E}"/>
          </ac:spMkLst>
        </pc:spChg>
        <pc:spChg chg="add">
          <ac:chgData name="Jack Forden" userId="097e3a7e-cd5c-474a-95f0-a72dc440bf11" providerId="ADAL" clId="{E85425CB-93DB-4066-BCBC-2427ECDC7B55}" dt="2026-03-09T19:35:09.616" v="3434" actId="26606"/>
          <ac:spMkLst>
            <pc:docMk/>
            <pc:sldMk cId="1795177927" sldId="263"/>
            <ac:spMk id="11" creationId="{B026EB53-A064-438C-B0CD-AC1503631ACC}"/>
          </ac:spMkLst>
        </pc:spChg>
        <pc:picChg chg="add">
          <ac:chgData name="Jack Forden" userId="097e3a7e-cd5c-474a-95f0-a72dc440bf11" providerId="ADAL" clId="{E85425CB-93DB-4066-BCBC-2427ECDC7B55}" dt="2026-03-09T19:35:09.616" v="3434" actId="26606"/>
          <ac:picMkLst>
            <pc:docMk/>
            <pc:sldMk cId="1795177927" sldId="263"/>
            <ac:picMk id="5" creationId="{E631D4A5-8C8B-4B9A-18D6-3EAEE4978E1F}"/>
          </ac:picMkLst>
        </pc:picChg>
      </pc:sldChg>
      <pc:sldChg chg="modSp new mod">
        <pc:chgData name="Jack Forden" userId="097e3a7e-cd5c-474a-95f0-a72dc440bf11" providerId="ADAL" clId="{E85425CB-93DB-4066-BCBC-2427ECDC7B55}" dt="2026-03-09T19:48:02.801" v="4483" actId="20577"/>
        <pc:sldMkLst>
          <pc:docMk/>
          <pc:sldMk cId="1142161569" sldId="264"/>
        </pc:sldMkLst>
        <pc:spChg chg="mod">
          <ac:chgData name="Jack Forden" userId="097e3a7e-cd5c-474a-95f0-a72dc440bf11" providerId="ADAL" clId="{E85425CB-93DB-4066-BCBC-2427ECDC7B55}" dt="2026-03-09T19:41:07.872" v="3466" actId="20577"/>
          <ac:spMkLst>
            <pc:docMk/>
            <pc:sldMk cId="1142161569" sldId="264"/>
            <ac:spMk id="2" creationId="{DA4BE546-B2BF-289D-C61B-C6BC3D7EF09A}"/>
          </ac:spMkLst>
        </pc:spChg>
        <pc:spChg chg="mod">
          <ac:chgData name="Jack Forden" userId="097e3a7e-cd5c-474a-95f0-a72dc440bf11" providerId="ADAL" clId="{E85425CB-93DB-4066-BCBC-2427ECDC7B55}" dt="2026-03-09T19:48:02.801" v="4483" actId="20577"/>
          <ac:spMkLst>
            <pc:docMk/>
            <pc:sldMk cId="1142161569" sldId="264"/>
            <ac:spMk id="3" creationId="{14A4586E-2839-7590-6944-087B34E2B901}"/>
          </ac:spMkLst>
        </pc:spChg>
      </pc:sldChg>
      <pc:sldChg chg="modSp add mod ord setBg">
        <pc:chgData name="Jack Forden" userId="097e3a7e-cd5c-474a-95f0-a72dc440bf11" providerId="ADAL" clId="{E85425CB-93DB-4066-BCBC-2427ECDC7B55}" dt="2026-03-09T20:29:18.696" v="5011" actId="20577"/>
        <pc:sldMkLst>
          <pc:docMk/>
          <pc:sldMk cId="0" sldId="265"/>
        </pc:sldMkLst>
        <pc:spChg chg="mod">
          <ac:chgData name="Jack Forden" userId="097e3a7e-cd5c-474a-95f0-a72dc440bf11" providerId="ADAL" clId="{E85425CB-93DB-4066-BCBC-2427ECDC7B55}" dt="2026-03-09T20:29:18.696" v="5011" actId="20577"/>
          <ac:spMkLst>
            <pc:docMk/>
            <pc:sldMk cId="0" sldId="265"/>
            <ac:spMk id="4" creationId="{00000000-0000-0000-0000-000000000000}"/>
          </ac:spMkLst>
        </pc:spChg>
      </pc:sldChg>
      <pc:sldChg chg="modSp new del mod">
        <pc:chgData name="Jack Forden" userId="097e3a7e-cd5c-474a-95f0-a72dc440bf11" providerId="ADAL" clId="{E85425CB-93DB-4066-BCBC-2427ECDC7B55}" dt="2026-03-09T19:57:33.880" v="4888" actId="47"/>
        <pc:sldMkLst>
          <pc:docMk/>
          <pc:sldMk cId="482600193" sldId="265"/>
        </pc:sldMkLst>
        <pc:spChg chg="mod">
          <ac:chgData name="Jack Forden" userId="097e3a7e-cd5c-474a-95f0-a72dc440bf11" providerId="ADAL" clId="{E85425CB-93DB-4066-BCBC-2427ECDC7B55}" dt="2026-03-09T19:53:05.961" v="4522" actId="20577"/>
          <ac:spMkLst>
            <pc:docMk/>
            <pc:sldMk cId="482600193" sldId="265"/>
            <ac:spMk id="2" creationId="{4FBE6438-8157-F9B6-F423-F8B6D2694CFE}"/>
          </ac:spMkLst>
        </pc:spChg>
      </pc:sldChg>
      <pc:sldChg chg="add setBg">
        <pc:chgData name="Jack Forden" userId="097e3a7e-cd5c-474a-95f0-a72dc440bf11" providerId="ADAL" clId="{E85425CB-93DB-4066-BCBC-2427ECDC7B55}" dt="2026-03-09T20:14:03.762" v="4902"/>
        <pc:sldMkLst>
          <pc:docMk/>
          <pc:sldMk cId="0" sldId="266"/>
        </pc:sldMkLst>
      </pc:sldChg>
      <pc:sldChg chg="modSp add mod">
        <pc:chgData name="Jack Forden" userId="097e3a7e-cd5c-474a-95f0-a72dc440bf11" providerId="ADAL" clId="{E85425CB-93DB-4066-BCBC-2427ECDC7B55}" dt="2026-03-09T20:37:14.103" v="5064" actId="20577"/>
        <pc:sldMkLst>
          <pc:docMk/>
          <pc:sldMk cId="0" sldId="267"/>
        </pc:sldMkLst>
        <pc:spChg chg="mod">
          <ac:chgData name="Jack Forden" userId="097e3a7e-cd5c-474a-95f0-a72dc440bf11" providerId="ADAL" clId="{E85425CB-93DB-4066-BCBC-2427ECDC7B55}" dt="2026-03-09T20:37:14.103" v="5064" actId="20577"/>
          <ac:spMkLst>
            <pc:docMk/>
            <pc:sldMk cId="0" sldId="267"/>
            <ac:spMk id="4" creationId="{00000000-0000-0000-0000-000000000000}"/>
          </ac:spMkLst>
        </pc:spChg>
      </pc:sldChg>
      <pc:sldChg chg="add">
        <pc:chgData name="Jack Forden" userId="097e3a7e-cd5c-474a-95f0-a72dc440bf11" providerId="ADAL" clId="{E85425CB-93DB-4066-BCBC-2427ECDC7B55}" dt="2026-03-09T20:39:03.919" v="5267"/>
        <pc:sldMkLst>
          <pc:docMk/>
          <pc:sldMk cId="1353801448" sldId="268"/>
        </pc:sldMkLst>
      </pc:sldChg>
      <pc:sldChg chg="modSp add del mod ord setBg">
        <pc:chgData name="Jack Forden" userId="097e3a7e-cd5c-474a-95f0-a72dc440bf11" providerId="ADAL" clId="{E85425CB-93DB-4066-BCBC-2427ECDC7B55}" dt="2026-03-09T20:15:37.141" v="4909"/>
        <pc:sldMkLst>
          <pc:docMk/>
          <pc:sldMk cId="0" sldId="269"/>
        </pc:sldMkLst>
        <pc:spChg chg="mod">
          <ac:chgData name="Jack Forden" userId="097e3a7e-cd5c-474a-95f0-a72dc440bf11" providerId="ADAL" clId="{E85425CB-93DB-4066-BCBC-2427ECDC7B55}" dt="2026-03-09T20:15:12.360" v="4907" actId="14100"/>
          <ac:spMkLst>
            <pc:docMk/>
            <pc:sldMk cId="0" sldId="269"/>
            <ac:spMk id="16" creationId="{00000000-0000-0000-0000-000000000000}"/>
          </ac:spMkLst>
        </pc:spChg>
      </pc:sldChg>
      <pc:sldChg chg="modSp add mod setBg">
        <pc:chgData name="Jack Forden" userId="097e3a7e-cd5c-474a-95f0-a72dc440bf11" providerId="ADAL" clId="{E85425CB-93DB-4066-BCBC-2427ECDC7B55}" dt="2026-03-09T20:22:22.118" v="4920" actId="20577"/>
        <pc:sldMkLst>
          <pc:docMk/>
          <pc:sldMk cId="0" sldId="270"/>
        </pc:sldMkLst>
        <pc:spChg chg="mod">
          <ac:chgData name="Jack Forden" userId="097e3a7e-cd5c-474a-95f0-a72dc440bf11" providerId="ADAL" clId="{E85425CB-93DB-4066-BCBC-2427ECDC7B55}" dt="2026-03-09T20:22:22.118" v="4920" actId="20577"/>
          <ac:spMkLst>
            <pc:docMk/>
            <pc:sldMk cId="0" sldId="270"/>
            <ac:spMk id="5" creationId="{00000000-0000-0000-0000-000000000000}"/>
          </ac:spMkLst>
        </pc:spChg>
      </pc:sldChg>
      <pc:sldChg chg="add setBg">
        <pc:chgData name="Jack Forden" userId="097e3a7e-cd5c-474a-95f0-a72dc440bf11" providerId="ADAL" clId="{E85425CB-93DB-4066-BCBC-2427ECDC7B55}" dt="2026-03-09T20:22:26.980" v="4921"/>
        <pc:sldMkLst>
          <pc:docMk/>
          <pc:sldMk cId="0" sldId="271"/>
        </pc:sldMkLst>
      </pc:sldChg>
      <pc:sldChg chg="modSp add del mod setBg">
        <pc:chgData name="Jack Forden" userId="097e3a7e-cd5c-474a-95f0-a72dc440bf11" providerId="ADAL" clId="{E85425CB-93DB-4066-BCBC-2427ECDC7B55}" dt="2026-03-09T20:45:48.250" v="5503" actId="20577"/>
        <pc:sldMkLst>
          <pc:docMk/>
          <pc:sldMk cId="0" sldId="272"/>
        </pc:sldMkLst>
        <pc:spChg chg="mod">
          <ac:chgData name="Jack Forden" userId="097e3a7e-cd5c-474a-95f0-a72dc440bf11" providerId="ADAL" clId="{E85425CB-93DB-4066-BCBC-2427ECDC7B55}" dt="2026-03-09T20:45:48.250" v="5503" actId="20577"/>
          <ac:spMkLst>
            <pc:docMk/>
            <pc:sldMk cId="0" sldId="272"/>
            <ac:spMk id="4" creationId="{00000000-0000-0000-0000-000000000000}"/>
          </ac:spMkLst>
        </pc:spChg>
        <pc:spChg chg="mod">
          <ac:chgData name="Jack Forden" userId="097e3a7e-cd5c-474a-95f0-a72dc440bf11" providerId="ADAL" clId="{E85425CB-93DB-4066-BCBC-2427ECDC7B55}" dt="2026-03-09T20:23:18.775" v="4931" actId="1076"/>
          <ac:spMkLst>
            <pc:docMk/>
            <pc:sldMk cId="0" sldId="272"/>
            <ac:spMk id="5" creationId="{00000000-0000-0000-0000-000000000000}"/>
          </ac:spMkLst>
        </pc:spChg>
        <pc:spChg chg="mod">
          <ac:chgData name="Jack Forden" userId="097e3a7e-cd5c-474a-95f0-a72dc440bf11" providerId="ADAL" clId="{E85425CB-93DB-4066-BCBC-2427ECDC7B55}" dt="2026-03-09T20:23:22.777" v="4932" actId="20577"/>
          <ac:spMkLst>
            <pc:docMk/>
            <pc:sldMk cId="0" sldId="272"/>
            <ac:spMk id="13" creationId="{00000000-0000-0000-0000-000000000000}"/>
          </ac:spMkLst>
        </pc:spChg>
        <pc:spChg chg="mod">
          <ac:chgData name="Jack Forden" userId="097e3a7e-cd5c-474a-95f0-a72dc440bf11" providerId="ADAL" clId="{E85425CB-93DB-4066-BCBC-2427ECDC7B55}" dt="2026-03-09T20:23:24.895" v="4934" actId="20577"/>
          <ac:spMkLst>
            <pc:docMk/>
            <pc:sldMk cId="0" sldId="272"/>
            <ac:spMk id="20" creationId="{00000000-0000-0000-0000-000000000000}"/>
          </ac:spMkLst>
        </pc:spChg>
        <pc:spChg chg="mod">
          <ac:chgData name="Jack Forden" userId="097e3a7e-cd5c-474a-95f0-a72dc440bf11" providerId="ADAL" clId="{E85425CB-93DB-4066-BCBC-2427ECDC7B55}" dt="2026-03-09T20:22:58.240" v="4926" actId="1076"/>
          <ac:spMkLst>
            <pc:docMk/>
            <pc:sldMk cId="0" sldId="272"/>
            <ac:spMk id="22" creationId="{00000000-0000-0000-0000-000000000000}"/>
          </ac:spMkLst>
        </pc:spChg>
        <pc:spChg chg="mod">
          <ac:chgData name="Jack Forden" userId="097e3a7e-cd5c-474a-95f0-a72dc440bf11" providerId="ADAL" clId="{E85425CB-93DB-4066-BCBC-2427ECDC7B55}" dt="2026-03-09T20:23:26.338" v="4936" actId="20577"/>
          <ac:spMkLst>
            <pc:docMk/>
            <pc:sldMk cId="0" sldId="272"/>
            <ac:spMk id="27" creationId="{00000000-0000-0000-0000-000000000000}"/>
          </ac:spMkLst>
        </pc:spChg>
        <pc:spChg chg="mod">
          <ac:chgData name="Jack Forden" userId="097e3a7e-cd5c-474a-95f0-a72dc440bf11" providerId="ADAL" clId="{E85425CB-93DB-4066-BCBC-2427ECDC7B55}" dt="2026-03-09T20:23:16.426" v="4929" actId="1076"/>
          <ac:spMkLst>
            <pc:docMk/>
            <pc:sldMk cId="0" sldId="272"/>
            <ac:spMk id="29" creationId="{00000000-0000-0000-0000-000000000000}"/>
          </ac:spMkLst>
        </pc:spChg>
      </pc:sldChg>
      <pc:sldChg chg="modSp add mod">
        <pc:chgData name="Jack Forden" userId="097e3a7e-cd5c-474a-95f0-a72dc440bf11" providerId="ADAL" clId="{E85425CB-93DB-4066-BCBC-2427ECDC7B55}" dt="2026-03-09T20:23:49.179" v="4943" actId="20577"/>
        <pc:sldMkLst>
          <pc:docMk/>
          <pc:sldMk cId="0" sldId="273"/>
        </pc:sldMkLst>
        <pc:spChg chg="mod">
          <ac:chgData name="Jack Forden" userId="097e3a7e-cd5c-474a-95f0-a72dc440bf11" providerId="ADAL" clId="{E85425CB-93DB-4066-BCBC-2427ECDC7B55}" dt="2026-03-09T20:23:46.335" v="4940" actId="20577"/>
          <ac:spMkLst>
            <pc:docMk/>
            <pc:sldMk cId="0" sldId="273"/>
            <ac:spMk id="13" creationId="{00000000-0000-0000-0000-000000000000}"/>
          </ac:spMkLst>
        </pc:spChg>
        <pc:spChg chg="mod">
          <ac:chgData name="Jack Forden" userId="097e3a7e-cd5c-474a-95f0-a72dc440bf11" providerId="ADAL" clId="{E85425CB-93DB-4066-BCBC-2427ECDC7B55}" dt="2026-03-09T20:23:47.236" v="4941" actId="20577"/>
          <ac:spMkLst>
            <pc:docMk/>
            <pc:sldMk cId="0" sldId="273"/>
            <ac:spMk id="20" creationId="{00000000-0000-0000-0000-000000000000}"/>
          </ac:spMkLst>
        </pc:spChg>
        <pc:spChg chg="mod">
          <ac:chgData name="Jack Forden" userId="097e3a7e-cd5c-474a-95f0-a72dc440bf11" providerId="ADAL" clId="{E85425CB-93DB-4066-BCBC-2427ECDC7B55}" dt="2026-03-09T20:23:49.179" v="4943" actId="20577"/>
          <ac:spMkLst>
            <pc:docMk/>
            <pc:sldMk cId="0" sldId="273"/>
            <ac:spMk id="27" creationId="{00000000-0000-0000-0000-000000000000}"/>
          </ac:spMkLst>
        </pc:spChg>
      </pc:sldChg>
      <pc:sldChg chg="add">
        <pc:chgData name="Jack Forden" userId="097e3a7e-cd5c-474a-95f0-a72dc440bf11" providerId="ADAL" clId="{E85425CB-93DB-4066-BCBC-2427ECDC7B55}" dt="2026-03-09T20:25:27.179" v="4954"/>
        <pc:sldMkLst>
          <pc:docMk/>
          <pc:sldMk cId="0" sldId="274"/>
        </pc:sldMkLst>
      </pc:sldChg>
      <pc:sldChg chg="modSp add del mod ord setBg">
        <pc:chgData name="Jack Forden" userId="097e3a7e-cd5c-474a-95f0-a72dc440bf11" providerId="ADAL" clId="{E85425CB-93DB-4066-BCBC-2427ECDC7B55}" dt="2026-03-09T20:35:13.961" v="5015"/>
        <pc:sldMkLst>
          <pc:docMk/>
          <pc:sldMk cId="0" sldId="275"/>
        </pc:sldMkLst>
        <pc:spChg chg="mod">
          <ac:chgData name="Jack Forden" userId="097e3a7e-cd5c-474a-95f0-a72dc440bf11" providerId="ADAL" clId="{E85425CB-93DB-4066-BCBC-2427ECDC7B55}" dt="2026-03-09T20:27:37.036" v="4962" actId="20577"/>
          <ac:spMkLst>
            <pc:docMk/>
            <pc:sldMk cId="0" sldId="275"/>
            <ac:spMk id="7" creationId="{00000000-0000-0000-0000-000000000000}"/>
          </ac:spMkLst>
        </pc:spChg>
        <pc:spChg chg="mod">
          <ac:chgData name="Jack Forden" userId="097e3a7e-cd5c-474a-95f0-a72dc440bf11" providerId="ADAL" clId="{E85425CB-93DB-4066-BCBC-2427ECDC7B55}" dt="2026-03-09T20:27:51.463" v="4978" actId="20577"/>
          <ac:spMkLst>
            <pc:docMk/>
            <pc:sldMk cId="0" sldId="275"/>
            <ac:spMk id="11" creationId="{00000000-0000-0000-0000-000000000000}"/>
          </ac:spMkLst>
        </pc:spChg>
        <pc:spChg chg="mod">
          <ac:chgData name="Jack Forden" userId="097e3a7e-cd5c-474a-95f0-a72dc440bf11" providerId="ADAL" clId="{E85425CB-93DB-4066-BCBC-2427ECDC7B55}" dt="2026-03-09T20:27:59.664" v="4987" actId="20577"/>
          <ac:spMkLst>
            <pc:docMk/>
            <pc:sldMk cId="0" sldId="275"/>
            <ac:spMk id="12" creationId="{00000000-0000-0000-0000-000000000000}"/>
          </ac:spMkLst>
        </pc:spChg>
        <pc:spChg chg="mod">
          <ac:chgData name="Jack Forden" userId="097e3a7e-cd5c-474a-95f0-a72dc440bf11" providerId="ADAL" clId="{E85425CB-93DB-4066-BCBC-2427ECDC7B55}" dt="2026-03-09T20:27:38.911" v="4965" actId="20577"/>
          <ac:spMkLst>
            <pc:docMk/>
            <pc:sldMk cId="0" sldId="275"/>
            <ac:spMk id="15" creationId="{00000000-0000-0000-0000-000000000000}"/>
          </ac:spMkLst>
        </pc:spChg>
        <pc:spChg chg="mod">
          <ac:chgData name="Jack Forden" userId="097e3a7e-cd5c-474a-95f0-a72dc440bf11" providerId="ADAL" clId="{E85425CB-93DB-4066-BCBC-2427ECDC7B55}" dt="2026-03-09T20:28:03.485" v="4991" actId="20577"/>
          <ac:spMkLst>
            <pc:docMk/>
            <pc:sldMk cId="0" sldId="275"/>
            <ac:spMk id="20" creationId="{00000000-0000-0000-0000-000000000000}"/>
          </ac:spMkLst>
        </pc:spChg>
      </pc:sldChg>
      <pc:sldChg chg="modSp add mod">
        <pc:chgData name="Jack Forden" userId="097e3a7e-cd5c-474a-95f0-a72dc440bf11" providerId="ADAL" clId="{E85425CB-93DB-4066-BCBC-2427ECDC7B55}" dt="2026-03-09T20:29:04.639" v="5005" actId="20577"/>
        <pc:sldMkLst>
          <pc:docMk/>
          <pc:sldMk cId="0" sldId="276"/>
        </pc:sldMkLst>
        <pc:spChg chg="mod">
          <ac:chgData name="Jack Forden" userId="097e3a7e-cd5c-474a-95f0-a72dc440bf11" providerId="ADAL" clId="{E85425CB-93DB-4066-BCBC-2427ECDC7B55}" dt="2026-03-09T20:28:56.017" v="4999" actId="20577"/>
          <ac:spMkLst>
            <pc:docMk/>
            <pc:sldMk cId="0" sldId="276"/>
            <ac:spMk id="25" creationId="{00000000-0000-0000-0000-000000000000}"/>
          </ac:spMkLst>
        </pc:spChg>
        <pc:spChg chg="mod">
          <ac:chgData name="Jack Forden" userId="097e3a7e-cd5c-474a-95f0-a72dc440bf11" providerId="ADAL" clId="{E85425CB-93DB-4066-BCBC-2427ECDC7B55}" dt="2026-03-09T20:29:04.639" v="5005" actId="20577"/>
          <ac:spMkLst>
            <pc:docMk/>
            <pc:sldMk cId="0" sldId="276"/>
            <ac:spMk id="26" creationId="{00000000-0000-0000-0000-000000000000}"/>
          </ac:spMkLst>
        </pc:spChg>
      </pc:sldChg>
      <pc:sldChg chg="modSp add mod">
        <pc:chgData name="Jack Forden" userId="097e3a7e-cd5c-474a-95f0-a72dc440bf11" providerId="ADAL" clId="{E85425CB-93DB-4066-BCBC-2427ECDC7B55}" dt="2026-03-09T20:36:54.082" v="5061" actId="20577"/>
        <pc:sldMkLst>
          <pc:docMk/>
          <pc:sldMk cId="0" sldId="277"/>
        </pc:sldMkLst>
        <pc:spChg chg="mod">
          <ac:chgData name="Jack Forden" userId="097e3a7e-cd5c-474a-95f0-a72dc440bf11" providerId="ADAL" clId="{E85425CB-93DB-4066-BCBC-2427ECDC7B55}" dt="2026-03-09T20:36:33.474" v="5055" actId="20577"/>
          <ac:spMkLst>
            <pc:docMk/>
            <pc:sldMk cId="0" sldId="277"/>
            <ac:spMk id="3" creationId="{00000000-0000-0000-0000-000000000000}"/>
          </ac:spMkLst>
        </pc:spChg>
        <pc:spChg chg="mod">
          <ac:chgData name="Jack Forden" userId="097e3a7e-cd5c-474a-95f0-a72dc440bf11" providerId="ADAL" clId="{E85425CB-93DB-4066-BCBC-2427ECDC7B55}" dt="2026-03-09T20:36:50.504" v="5059" actId="20577"/>
          <ac:spMkLst>
            <pc:docMk/>
            <pc:sldMk cId="0" sldId="277"/>
            <ac:spMk id="15" creationId="{00000000-0000-0000-0000-000000000000}"/>
          </ac:spMkLst>
        </pc:spChg>
        <pc:spChg chg="mod">
          <ac:chgData name="Jack Forden" userId="097e3a7e-cd5c-474a-95f0-a72dc440bf11" providerId="ADAL" clId="{E85425CB-93DB-4066-BCBC-2427ECDC7B55}" dt="2026-03-09T20:36:54.082" v="5061" actId="20577"/>
          <ac:spMkLst>
            <pc:docMk/>
            <pc:sldMk cId="0" sldId="277"/>
            <ac:spMk id="26" creationId="{00000000-0000-0000-0000-000000000000}"/>
          </ac:spMkLst>
        </pc:spChg>
      </pc:sldChg>
      <pc:sldChg chg="modSp add del mod">
        <pc:chgData name="Jack Forden" userId="097e3a7e-cd5c-474a-95f0-a72dc440bf11" providerId="ADAL" clId="{E85425CB-93DB-4066-BCBC-2427ECDC7B55}" dt="2026-03-09T20:37:27.213" v="5070"/>
        <pc:sldMkLst>
          <pc:docMk/>
          <pc:sldMk cId="444109734" sldId="278"/>
        </pc:sldMkLst>
        <pc:spChg chg="mod">
          <ac:chgData name="Jack Forden" userId="097e3a7e-cd5c-474a-95f0-a72dc440bf11" providerId="ADAL" clId="{E85425CB-93DB-4066-BCBC-2427ECDC7B55}" dt="2026-03-09T20:37:27.213" v="5070"/>
          <ac:spMkLst>
            <pc:docMk/>
            <pc:sldMk cId="444109734" sldId="278"/>
            <ac:spMk id="3" creationId="{F35C77CE-389E-774E-7D51-64742246BEE3}"/>
          </ac:spMkLst>
        </pc:spChg>
      </pc:sldChg>
      <pc:sldChg chg="modSp add mod">
        <pc:chgData name="Jack Forden" userId="097e3a7e-cd5c-474a-95f0-a72dc440bf11" providerId="ADAL" clId="{E85425CB-93DB-4066-BCBC-2427ECDC7B55}" dt="2026-03-09T20:38:03.107" v="5266" actId="20577"/>
        <pc:sldMkLst>
          <pc:docMk/>
          <pc:sldMk cId="2258693236" sldId="278"/>
        </pc:sldMkLst>
        <pc:spChg chg="mod">
          <ac:chgData name="Jack Forden" userId="097e3a7e-cd5c-474a-95f0-a72dc440bf11" providerId="ADAL" clId="{E85425CB-93DB-4066-BCBC-2427ECDC7B55}" dt="2026-03-09T20:37:46.800" v="5171" actId="20577"/>
          <ac:spMkLst>
            <pc:docMk/>
            <pc:sldMk cId="2258693236" sldId="278"/>
            <ac:spMk id="2" creationId="{BA97A406-BCE4-B73F-A06B-94F5C2CC3DE7}"/>
          </ac:spMkLst>
        </pc:spChg>
        <pc:spChg chg="mod">
          <ac:chgData name="Jack Forden" userId="097e3a7e-cd5c-474a-95f0-a72dc440bf11" providerId="ADAL" clId="{E85425CB-93DB-4066-BCBC-2427ECDC7B55}" dt="2026-03-09T20:38:03.107" v="5266" actId="20577"/>
          <ac:spMkLst>
            <pc:docMk/>
            <pc:sldMk cId="2258693236" sldId="278"/>
            <ac:spMk id="3" creationId="{2396182F-F726-2A6A-4FDB-FC623F4BDE6E}"/>
          </ac:spMkLst>
        </pc:spChg>
      </pc:sldChg>
      <pc:sldChg chg="new del">
        <pc:chgData name="Jack Forden" userId="097e3a7e-cd5c-474a-95f0-a72dc440bf11" providerId="ADAL" clId="{E85425CB-93DB-4066-BCBC-2427ECDC7B55}" dt="2026-03-09T20:37:23.981" v="5066" actId="47"/>
        <pc:sldMkLst>
          <pc:docMk/>
          <pc:sldMk cId="3443855024" sldId="278"/>
        </pc:sldMkLst>
      </pc:sldChg>
      <pc:sldChg chg="add">
        <pc:chgData name="Jack Forden" userId="097e3a7e-cd5c-474a-95f0-a72dc440bf11" providerId="ADAL" clId="{E85425CB-93DB-4066-BCBC-2427ECDC7B55}" dt="2026-03-09T20:39:12.326" v="5268"/>
        <pc:sldMkLst>
          <pc:docMk/>
          <pc:sldMk cId="4203266542" sldId="279"/>
        </pc:sldMkLst>
      </pc:sldChg>
      <pc:sldChg chg="add">
        <pc:chgData name="Jack Forden" userId="097e3a7e-cd5c-474a-95f0-a72dc440bf11" providerId="ADAL" clId="{E85425CB-93DB-4066-BCBC-2427ECDC7B55}" dt="2026-03-09T20:50:23.926" v="5656"/>
        <pc:sldMkLst>
          <pc:docMk/>
          <pc:sldMk cId="0" sldId="280"/>
        </pc:sldMkLst>
      </pc:sldChg>
      <pc:sldChg chg="modSp add mod">
        <pc:chgData name="Jack Forden" userId="097e3a7e-cd5c-474a-95f0-a72dc440bf11" providerId="ADAL" clId="{E85425CB-93DB-4066-BCBC-2427ECDC7B55}" dt="2026-03-09T20:51:15.461" v="5670" actId="20577"/>
        <pc:sldMkLst>
          <pc:docMk/>
          <pc:sldMk cId="0" sldId="281"/>
        </pc:sldMkLst>
        <pc:spChg chg="mod">
          <ac:chgData name="Jack Forden" userId="097e3a7e-cd5c-474a-95f0-a72dc440bf11" providerId="ADAL" clId="{E85425CB-93DB-4066-BCBC-2427ECDC7B55}" dt="2026-03-09T20:50:49.250" v="5660" actId="20577"/>
          <ac:spMkLst>
            <pc:docMk/>
            <pc:sldMk cId="0" sldId="281"/>
            <ac:spMk id="7" creationId="{00000000-0000-0000-0000-000000000000}"/>
          </ac:spMkLst>
        </pc:spChg>
        <pc:spChg chg="mod">
          <ac:chgData name="Jack Forden" userId="097e3a7e-cd5c-474a-95f0-a72dc440bf11" providerId="ADAL" clId="{E85425CB-93DB-4066-BCBC-2427ECDC7B55}" dt="2026-03-09T20:51:13.400" v="5669" actId="20577"/>
          <ac:spMkLst>
            <pc:docMk/>
            <pc:sldMk cId="0" sldId="281"/>
            <ac:spMk id="8" creationId="{00000000-0000-0000-0000-000000000000}"/>
          </ac:spMkLst>
        </pc:spChg>
        <pc:spChg chg="mod">
          <ac:chgData name="Jack Forden" userId="097e3a7e-cd5c-474a-95f0-a72dc440bf11" providerId="ADAL" clId="{E85425CB-93DB-4066-BCBC-2427ECDC7B55}" dt="2026-03-09T20:50:52.013" v="5662" actId="20577"/>
          <ac:spMkLst>
            <pc:docMk/>
            <pc:sldMk cId="0" sldId="281"/>
            <ac:spMk id="9" creationId="{00000000-0000-0000-0000-000000000000}"/>
          </ac:spMkLst>
        </pc:spChg>
        <pc:spChg chg="mod">
          <ac:chgData name="Jack Forden" userId="097e3a7e-cd5c-474a-95f0-a72dc440bf11" providerId="ADAL" clId="{E85425CB-93DB-4066-BCBC-2427ECDC7B55}" dt="2026-03-09T20:51:10.530" v="5668" actId="20577"/>
          <ac:spMkLst>
            <pc:docMk/>
            <pc:sldMk cId="0" sldId="281"/>
            <ac:spMk id="10" creationId="{00000000-0000-0000-0000-000000000000}"/>
          </ac:spMkLst>
        </pc:spChg>
        <pc:spChg chg="mod">
          <ac:chgData name="Jack Forden" userId="097e3a7e-cd5c-474a-95f0-a72dc440bf11" providerId="ADAL" clId="{E85425CB-93DB-4066-BCBC-2427ECDC7B55}" dt="2026-03-09T20:50:55.061" v="5664" actId="20577"/>
          <ac:spMkLst>
            <pc:docMk/>
            <pc:sldMk cId="0" sldId="281"/>
            <ac:spMk id="11" creationId="{00000000-0000-0000-0000-000000000000}"/>
          </ac:spMkLst>
        </pc:spChg>
        <pc:spChg chg="mod">
          <ac:chgData name="Jack Forden" userId="097e3a7e-cd5c-474a-95f0-a72dc440bf11" providerId="ADAL" clId="{E85425CB-93DB-4066-BCBC-2427ECDC7B55}" dt="2026-03-09T20:51:15.461" v="5670" actId="20577"/>
          <ac:spMkLst>
            <pc:docMk/>
            <pc:sldMk cId="0" sldId="281"/>
            <ac:spMk id="12" creationId="{00000000-0000-0000-0000-000000000000}"/>
          </ac:spMkLst>
        </pc:spChg>
      </pc:sldChg>
      <pc:sldChg chg="modSp add mod">
        <pc:chgData name="Jack Forden" userId="097e3a7e-cd5c-474a-95f0-a72dc440bf11" providerId="ADAL" clId="{E85425CB-93DB-4066-BCBC-2427ECDC7B55}" dt="2026-03-09T20:51:47.303" v="5674" actId="20577"/>
        <pc:sldMkLst>
          <pc:docMk/>
          <pc:sldMk cId="0" sldId="282"/>
        </pc:sldMkLst>
        <pc:spChg chg="mod">
          <ac:chgData name="Jack Forden" userId="097e3a7e-cd5c-474a-95f0-a72dc440bf11" providerId="ADAL" clId="{E85425CB-93DB-4066-BCBC-2427ECDC7B55}" dt="2026-03-09T20:51:47.303" v="5674" actId="20577"/>
          <ac:spMkLst>
            <pc:docMk/>
            <pc:sldMk cId="0" sldId="282"/>
            <ac:spMk id="27" creationId="{00000000-0000-0000-0000-000000000000}"/>
          </ac:spMkLst>
        </pc:spChg>
      </pc:sldChg>
      <pc:sldChg chg="add">
        <pc:chgData name="Jack Forden" userId="097e3a7e-cd5c-474a-95f0-a72dc440bf11" providerId="ADAL" clId="{E85425CB-93DB-4066-BCBC-2427ECDC7B55}" dt="2026-03-09T20:39:27.340" v="5269"/>
        <pc:sldMkLst>
          <pc:docMk/>
          <pc:sldMk cId="224848808" sldId="288"/>
        </pc:sldMkLst>
      </pc:sldChg>
      <pc:sldChg chg="add">
        <pc:chgData name="Jack Forden" userId="097e3a7e-cd5c-474a-95f0-a72dc440bf11" providerId="ADAL" clId="{E85425CB-93DB-4066-BCBC-2427ECDC7B55}" dt="2026-03-09T20:39:43.492" v="5270"/>
        <pc:sldMkLst>
          <pc:docMk/>
          <pc:sldMk cId="0" sldId="289"/>
        </pc:sldMkLst>
      </pc:sldChg>
      <pc:sldChg chg="add">
        <pc:chgData name="Jack Forden" userId="097e3a7e-cd5c-474a-95f0-a72dc440bf11" providerId="ADAL" clId="{E85425CB-93DB-4066-BCBC-2427ECDC7B55}" dt="2026-03-09T20:39:57.373" v="5271"/>
        <pc:sldMkLst>
          <pc:docMk/>
          <pc:sldMk cId="0" sldId="290"/>
        </pc:sldMkLst>
      </pc:sldChg>
      <pc:sldChg chg="add">
        <pc:chgData name="Jack Forden" userId="097e3a7e-cd5c-474a-95f0-a72dc440bf11" providerId="ADAL" clId="{E85425CB-93DB-4066-BCBC-2427ECDC7B55}" dt="2026-03-09T20:40:09.647" v="5272"/>
        <pc:sldMkLst>
          <pc:docMk/>
          <pc:sldMk cId="0" sldId="291"/>
        </pc:sldMkLst>
      </pc:sldChg>
      <pc:sldChg chg="add">
        <pc:chgData name="Jack Forden" userId="097e3a7e-cd5c-474a-95f0-a72dc440bf11" providerId="ADAL" clId="{E85425CB-93DB-4066-BCBC-2427ECDC7B55}" dt="2026-03-09T20:40:16.531" v="5273"/>
        <pc:sldMkLst>
          <pc:docMk/>
          <pc:sldMk cId="0" sldId="292"/>
        </pc:sldMkLst>
      </pc:sldChg>
      <pc:sldChg chg="delSp modSp add del mod">
        <pc:chgData name="Jack Forden" userId="097e3a7e-cd5c-474a-95f0-a72dc440bf11" providerId="ADAL" clId="{E85425CB-93DB-4066-BCBC-2427ECDC7B55}" dt="2026-03-09T20:45:27.049" v="5500" actId="47"/>
        <pc:sldMkLst>
          <pc:docMk/>
          <pc:sldMk cId="725883797" sldId="293"/>
        </pc:sldMkLst>
        <pc:spChg chg="mod">
          <ac:chgData name="Jack Forden" userId="097e3a7e-cd5c-474a-95f0-a72dc440bf11" providerId="ADAL" clId="{E85425CB-93DB-4066-BCBC-2427ECDC7B55}" dt="2026-03-09T20:43:55.494" v="5299" actId="20577"/>
          <ac:spMkLst>
            <pc:docMk/>
            <pc:sldMk cId="725883797" sldId="293"/>
            <ac:spMk id="2" creationId="{51BDEDCF-2113-BFF6-3601-5057BB6FE972}"/>
          </ac:spMkLst>
        </pc:spChg>
        <pc:spChg chg="mod">
          <ac:chgData name="Jack Forden" userId="097e3a7e-cd5c-474a-95f0-a72dc440bf11" providerId="ADAL" clId="{E85425CB-93DB-4066-BCBC-2427ECDC7B55}" dt="2026-03-09T20:43:58.598" v="5301" actId="20577"/>
          <ac:spMkLst>
            <pc:docMk/>
            <pc:sldMk cId="725883797" sldId="293"/>
            <ac:spMk id="3" creationId="{87D0E5B6-9322-BE77-CDEF-EA1BFA34D670}"/>
          </ac:spMkLst>
        </pc:spChg>
        <pc:picChg chg="del">
          <ac:chgData name="Jack Forden" userId="097e3a7e-cd5c-474a-95f0-a72dc440bf11" providerId="ADAL" clId="{E85425CB-93DB-4066-BCBC-2427ECDC7B55}" dt="2026-03-09T20:43:47.066" v="5279" actId="478"/>
          <ac:picMkLst>
            <pc:docMk/>
            <pc:sldMk cId="725883797" sldId="293"/>
            <ac:picMk id="6" creationId="{9D164BA5-A3D3-25BD-5ED6-C0FA0D6A3BB1}"/>
          </ac:picMkLst>
        </pc:picChg>
      </pc:sldChg>
      <pc:sldChg chg="new del">
        <pc:chgData name="Jack Forden" userId="097e3a7e-cd5c-474a-95f0-a72dc440bf11" providerId="ADAL" clId="{E85425CB-93DB-4066-BCBC-2427ECDC7B55}" dt="2026-03-09T20:43:37.375" v="5275" actId="47"/>
        <pc:sldMkLst>
          <pc:docMk/>
          <pc:sldMk cId="1739916641" sldId="293"/>
        </pc:sldMkLst>
      </pc:sldChg>
      <pc:sldChg chg="modSp add mod">
        <pc:chgData name="Jack Forden" userId="097e3a7e-cd5c-474a-95f0-a72dc440bf11" providerId="ADAL" clId="{E85425CB-93DB-4066-BCBC-2427ECDC7B55}" dt="2026-03-09T20:45:23.698" v="5499" actId="313"/>
        <pc:sldMkLst>
          <pc:docMk/>
          <pc:sldMk cId="0" sldId="294"/>
        </pc:sldMkLst>
        <pc:spChg chg="mod">
          <ac:chgData name="Jack Forden" userId="097e3a7e-cd5c-474a-95f0-a72dc440bf11" providerId="ADAL" clId="{E85425CB-93DB-4066-BCBC-2427ECDC7B55}" dt="2026-03-09T20:44:15.522" v="5312" actId="20577"/>
          <ac:spMkLst>
            <pc:docMk/>
            <pc:sldMk cId="0" sldId="294"/>
            <ac:spMk id="3" creationId="{00000000-0000-0000-0000-000000000000}"/>
          </ac:spMkLst>
        </pc:spChg>
        <pc:spChg chg="mod">
          <ac:chgData name="Jack Forden" userId="097e3a7e-cd5c-474a-95f0-a72dc440bf11" providerId="ADAL" clId="{E85425CB-93DB-4066-BCBC-2427ECDC7B55}" dt="2026-03-09T20:44:27.132" v="5314" actId="20577"/>
          <ac:spMkLst>
            <pc:docMk/>
            <pc:sldMk cId="0" sldId="294"/>
            <ac:spMk id="30" creationId="{00000000-0000-0000-0000-000000000000}"/>
          </ac:spMkLst>
        </pc:spChg>
        <pc:spChg chg="mod">
          <ac:chgData name="Jack Forden" userId="097e3a7e-cd5c-474a-95f0-a72dc440bf11" providerId="ADAL" clId="{E85425CB-93DB-4066-BCBC-2427ECDC7B55}" dt="2026-03-09T20:44:56.496" v="5421" actId="20577"/>
          <ac:spMkLst>
            <pc:docMk/>
            <pc:sldMk cId="0" sldId="294"/>
            <ac:spMk id="32" creationId="{00000000-0000-0000-0000-000000000000}"/>
          </ac:spMkLst>
        </pc:spChg>
        <pc:spChg chg="mod">
          <ac:chgData name="Jack Forden" userId="097e3a7e-cd5c-474a-95f0-a72dc440bf11" providerId="ADAL" clId="{E85425CB-93DB-4066-BCBC-2427ECDC7B55}" dt="2026-03-09T20:45:23.698" v="5499" actId="313"/>
          <ac:spMkLst>
            <pc:docMk/>
            <pc:sldMk cId="0" sldId="294"/>
            <ac:spMk id="34" creationId="{00000000-0000-0000-0000-000000000000}"/>
          </ac:spMkLst>
        </pc:spChg>
      </pc:sldChg>
      <pc:sldChg chg="modSp add del mod setBg">
        <pc:chgData name="Jack Forden" userId="097e3a7e-cd5c-474a-95f0-a72dc440bf11" providerId="ADAL" clId="{E85425CB-93DB-4066-BCBC-2427ECDC7B55}" dt="2026-03-09T20:46:32.158" v="5555" actId="20577"/>
        <pc:sldMkLst>
          <pc:docMk/>
          <pc:sldMk cId="0" sldId="295"/>
        </pc:sldMkLst>
        <pc:spChg chg="mod">
          <ac:chgData name="Jack Forden" userId="097e3a7e-cd5c-474a-95f0-a72dc440bf11" providerId="ADAL" clId="{E85425CB-93DB-4066-BCBC-2427ECDC7B55}" dt="2026-03-09T20:46:15.744" v="5514" actId="20577"/>
          <ac:spMkLst>
            <pc:docMk/>
            <pc:sldMk cId="0" sldId="295"/>
            <ac:spMk id="3" creationId="{00000000-0000-0000-0000-000000000000}"/>
          </ac:spMkLst>
        </pc:spChg>
        <pc:spChg chg="mod">
          <ac:chgData name="Jack Forden" userId="097e3a7e-cd5c-474a-95f0-a72dc440bf11" providerId="ADAL" clId="{E85425CB-93DB-4066-BCBC-2427ECDC7B55}" dt="2026-03-09T20:46:32.158" v="5555" actId="20577"/>
          <ac:spMkLst>
            <pc:docMk/>
            <pc:sldMk cId="0" sldId="295"/>
            <ac:spMk id="6" creationId="{00000000-0000-0000-0000-000000000000}"/>
          </ac:spMkLst>
        </pc:spChg>
      </pc:sldChg>
      <pc:sldChg chg="modSp add mod">
        <pc:chgData name="Jack Forden" userId="097e3a7e-cd5c-474a-95f0-a72dc440bf11" providerId="ADAL" clId="{E85425CB-93DB-4066-BCBC-2427ECDC7B55}" dt="2026-03-09T20:47:09.604" v="5559" actId="20577"/>
        <pc:sldMkLst>
          <pc:docMk/>
          <pc:sldMk cId="0" sldId="296"/>
        </pc:sldMkLst>
        <pc:spChg chg="mod">
          <ac:chgData name="Jack Forden" userId="097e3a7e-cd5c-474a-95f0-a72dc440bf11" providerId="ADAL" clId="{E85425CB-93DB-4066-BCBC-2427ECDC7B55}" dt="2026-03-09T20:47:09.604" v="5559" actId="20577"/>
          <ac:spMkLst>
            <pc:docMk/>
            <pc:sldMk cId="0" sldId="296"/>
            <ac:spMk id="15" creationId="{00000000-0000-0000-0000-000000000000}"/>
          </ac:spMkLst>
        </pc:spChg>
      </pc:sldChg>
      <pc:sldChg chg="modSp add mod">
        <pc:chgData name="Jack Forden" userId="097e3a7e-cd5c-474a-95f0-a72dc440bf11" providerId="ADAL" clId="{E85425CB-93DB-4066-BCBC-2427ECDC7B55}" dt="2026-03-09T20:49:36.186" v="5646" actId="20577"/>
        <pc:sldMkLst>
          <pc:docMk/>
          <pc:sldMk cId="0" sldId="297"/>
        </pc:sldMkLst>
        <pc:spChg chg="mod">
          <ac:chgData name="Jack Forden" userId="097e3a7e-cd5c-474a-95f0-a72dc440bf11" providerId="ADAL" clId="{E85425CB-93DB-4066-BCBC-2427ECDC7B55}" dt="2026-03-09T20:49:02.751" v="5574" actId="20577"/>
          <ac:spMkLst>
            <pc:docMk/>
            <pc:sldMk cId="0" sldId="297"/>
            <ac:spMk id="3" creationId="{00000000-0000-0000-0000-000000000000}"/>
          </ac:spMkLst>
        </pc:spChg>
        <pc:spChg chg="mod">
          <ac:chgData name="Jack Forden" userId="097e3a7e-cd5c-474a-95f0-a72dc440bf11" providerId="ADAL" clId="{E85425CB-93DB-4066-BCBC-2427ECDC7B55}" dt="2026-03-09T20:49:36.186" v="5646" actId="20577"/>
          <ac:spMkLst>
            <pc:docMk/>
            <pc:sldMk cId="0" sldId="297"/>
            <ac:spMk id="4" creationId="{00000000-0000-0000-0000-000000000000}"/>
          </ac:spMkLst>
        </pc:spChg>
      </pc:sldChg>
      <pc:sldChg chg="modSp add del mod">
        <pc:chgData name="Jack Forden" userId="097e3a7e-cd5c-474a-95f0-a72dc440bf11" providerId="ADAL" clId="{E85425CB-93DB-4066-BCBC-2427ECDC7B55}" dt="2026-03-09T20:49:41.055" v="5647"/>
        <pc:sldMkLst>
          <pc:docMk/>
          <pc:sldMk cId="0" sldId="298"/>
        </pc:sldMkLst>
        <pc:spChg chg="mod">
          <ac:chgData name="Jack Forden" userId="097e3a7e-cd5c-474a-95f0-a72dc440bf11" providerId="ADAL" clId="{E85425CB-93DB-4066-BCBC-2427ECDC7B55}" dt="2026-03-09T20:49:35.927" v="5644" actId="20577"/>
          <ac:spMkLst>
            <pc:docMk/>
            <pc:sldMk cId="0" sldId="298"/>
            <ac:spMk id="5" creationId="{00000000-0000-0000-0000-000000000000}"/>
          </ac:spMkLst>
        </pc:spChg>
      </pc:sldChg>
      <pc:sldChg chg="modSp add mod">
        <pc:chgData name="Jack Forden" userId="097e3a7e-cd5c-474a-95f0-a72dc440bf11" providerId="ADAL" clId="{E85425CB-93DB-4066-BCBC-2427ECDC7B55}" dt="2026-03-09T20:50:04.926" v="5653" actId="113"/>
        <pc:sldMkLst>
          <pc:docMk/>
          <pc:sldMk cId="0" sldId="299"/>
        </pc:sldMkLst>
        <pc:spChg chg="mod">
          <ac:chgData name="Jack Forden" userId="097e3a7e-cd5c-474a-95f0-a72dc440bf11" providerId="ADAL" clId="{E85425CB-93DB-4066-BCBC-2427ECDC7B55}" dt="2026-03-09T20:49:53.052" v="5652" actId="20577"/>
          <ac:spMkLst>
            <pc:docMk/>
            <pc:sldMk cId="0" sldId="299"/>
            <ac:spMk id="5" creationId="{00000000-0000-0000-0000-000000000000}"/>
          </ac:spMkLst>
        </pc:spChg>
        <pc:spChg chg="mod">
          <ac:chgData name="Jack Forden" userId="097e3a7e-cd5c-474a-95f0-a72dc440bf11" providerId="ADAL" clId="{E85425CB-93DB-4066-BCBC-2427ECDC7B55}" dt="2026-03-09T20:50:04.926" v="5653" actId="113"/>
          <ac:spMkLst>
            <pc:docMk/>
            <pc:sldMk cId="0" sldId="299"/>
            <ac:spMk id="16" creationId="{00000000-0000-0000-0000-000000000000}"/>
          </ac:spMkLst>
        </pc:spChg>
      </pc:sldChg>
      <pc:sldChg chg="add">
        <pc:chgData name="Jack Forden" userId="097e3a7e-cd5c-474a-95f0-a72dc440bf11" providerId="ADAL" clId="{E85425CB-93DB-4066-BCBC-2427ECDC7B55}" dt="2026-03-09T20:50:12.561" v="5654"/>
        <pc:sldMkLst>
          <pc:docMk/>
          <pc:sldMk cId="0" sldId="300"/>
        </pc:sldMkLst>
      </pc:sldChg>
      <pc:sldChg chg="add">
        <pc:chgData name="Jack Forden" userId="097e3a7e-cd5c-474a-95f0-a72dc440bf11" providerId="ADAL" clId="{E85425CB-93DB-4066-BCBC-2427ECDC7B55}" dt="2026-03-09T20:50:18.235" v="5655"/>
        <pc:sldMkLst>
          <pc:docMk/>
          <pc:sldMk cId="0" sldId="301"/>
        </pc:sldMkLst>
      </pc:sldChg>
      <pc:sldMasterChg chg="del delSldLayout">
        <pc:chgData name="Jack Forden" userId="097e3a7e-cd5c-474a-95f0-a72dc440bf11" providerId="ADAL" clId="{E85425CB-93DB-4066-BCBC-2427ECDC7B55}" dt="2026-03-09T16:33:31.198" v="2" actId="47"/>
        <pc:sldMasterMkLst>
          <pc:docMk/>
          <pc:sldMasterMk cId="752064034" sldId="2147483648"/>
        </pc:sldMasterMkLst>
        <pc:sldLayoutChg chg="del">
          <pc:chgData name="Jack Forden" userId="097e3a7e-cd5c-474a-95f0-a72dc440bf11" providerId="ADAL" clId="{E85425CB-93DB-4066-BCBC-2427ECDC7B55}" dt="2026-03-09T16:33:31.198" v="2" actId="47"/>
          <pc:sldLayoutMkLst>
            <pc:docMk/>
            <pc:sldMasterMk cId="752064034" sldId="2147483648"/>
            <pc:sldLayoutMk cId="1160118368" sldId="2147483649"/>
          </pc:sldLayoutMkLst>
        </pc:sldLayoutChg>
        <pc:sldLayoutChg chg="del">
          <pc:chgData name="Jack Forden" userId="097e3a7e-cd5c-474a-95f0-a72dc440bf11" providerId="ADAL" clId="{E85425CB-93DB-4066-BCBC-2427ECDC7B55}" dt="2026-03-09T16:33:31.198" v="2" actId="47"/>
          <pc:sldLayoutMkLst>
            <pc:docMk/>
            <pc:sldMasterMk cId="752064034" sldId="2147483648"/>
            <pc:sldLayoutMk cId="3727532692" sldId="2147483650"/>
          </pc:sldLayoutMkLst>
        </pc:sldLayoutChg>
        <pc:sldLayoutChg chg="del">
          <pc:chgData name="Jack Forden" userId="097e3a7e-cd5c-474a-95f0-a72dc440bf11" providerId="ADAL" clId="{E85425CB-93DB-4066-BCBC-2427ECDC7B55}" dt="2026-03-09T16:33:31.198" v="2" actId="47"/>
          <pc:sldLayoutMkLst>
            <pc:docMk/>
            <pc:sldMasterMk cId="752064034" sldId="2147483648"/>
            <pc:sldLayoutMk cId="3395367825" sldId="2147483651"/>
          </pc:sldLayoutMkLst>
        </pc:sldLayoutChg>
        <pc:sldLayoutChg chg="del">
          <pc:chgData name="Jack Forden" userId="097e3a7e-cd5c-474a-95f0-a72dc440bf11" providerId="ADAL" clId="{E85425CB-93DB-4066-BCBC-2427ECDC7B55}" dt="2026-03-09T16:33:31.198" v="2" actId="47"/>
          <pc:sldLayoutMkLst>
            <pc:docMk/>
            <pc:sldMasterMk cId="752064034" sldId="2147483648"/>
            <pc:sldLayoutMk cId="845998595" sldId="2147483652"/>
          </pc:sldLayoutMkLst>
        </pc:sldLayoutChg>
        <pc:sldLayoutChg chg="del">
          <pc:chgData name="Jack Forden" userId="097e3a7e-cd5c-474a-95f0-a72dc440bf11" providerId="ADAL" clId="{E85425CB-93DB-4066-BCBC-2427ECDC7B55}" dt="2026-03-09T16:33:31.198" v="2" actId="47"/>
          <pc:sldLayoutMkLst>
            <pc:docMk/>
            <pc:sldMasterMk cId="752064034" sldId="2147483648"/>
            <pc:sldLayoutMk cId="3445157636" sldId="2147483653"/>
          </pc:sldLayoutMkLst>
        </pc:sldLayoutChg>
        <pc:sldLayoutChg chg="del">
          <pc:chgData name="Jack Forden" userId="097e3a7e-cd5c-474a-95f0-a72dc440bf11" providerId="ADAL" clId="{E85425CB-93DB-4066-BCBC-2427ECDC7B55}" dt="2026-03-09T16:33:31.198" v="2" actId="47"/>
          <pc:sldLayoutMkLst>
            <pc:docMk/>
            <pc:sldMasterMk cId="752064034" sldId="2147483648"/>
            <pc:sldLayoutMk cId="633687431" sldId="2147483654"/>
          </pc:sldLayoutMkLst>
        </pc:sldLayoutChg>
        <pc:sldLayoutChg chg="del">
          <pc:chgData name="Jack Forden" userId="097e3a7e-cd5c-474a-95f0-a72dc440bf11" providerId="ADAL" clId="{E85425CB-93DB-4066-BCBC-2427ECDC7B55}" dt="2026-03-09T16:33:31.198" v="2" actId="47"/>
          <pc:sldLayoutMkLst>
            <pc:docMk/>
            <pc:sldMasterMk cId="752064034" sldId="2147483648"/>
            <pc:sldLayoutMk cId="2851799965" sldId="2147483655"/>
          </pc:sldLayoutMkLst>
        </pc:sldLayoutChg>
        <pc:sldLayoutChg chg="del">
          <pc:chgData name="Jack Forden" userId="097e3a7e-cd5c-474a-95f0-a72dc440bf11" providerId="ADAL" clId="{E85425CB-93DB-4066-BCBC-2427ECDC7B55}" dt="2026-03-09T16:33:31.198" v="2" actId="47"/>
          <pc:sldLayoutMkLst>
            <pc:docMk/>
            <pc:sldMasterMk cId="752064034" sldId="2147483648"/>
            <pc:sldLayoutMk cId="869852483" sldId="2147483656"/>
          </pc:sldLayoutMkLst>
        </pc:sldLayoutChg>
        <pc:sldLayoutChg chg="del">
          <pc:chgData name="Jack Forden" userId="097e3a7e-cd5c-474a-95f0-a72dc440bf11" providerId="ADAL" clId="{E85425CB-93DB-4066-BCBC-2427ECDC7B55}" dt="2026-03-09T16:33:31.198" v="2" actId="47"/>
          <pc:sldLayoutMkLst>
            <pc:docMk/>
            <pc:sldMasterMk cId="752064034" sldId="2147483648"/>
            <pc:sldLayoutMk cId="2656634074" sldId="2147483657"/>
          </pc:sldLayoutMkLst>
        </pc:sldLayoutChg>
        <pc:sldLayoutChg chg="del">
          <pc:chgData name="Jack Forden" userId="097e3a7e-cd5c-474a-95f0-a72dc440bf11" providerId="ADAL" clId="{E85425CB-93DB-4066-BCBC-2427ECDC7B55}" dt="2026-03-09T16:33:31.198" v="2" actId="47"/>
          <pc:sldLayoutMkLst>
            <pc:docMk/>
            <pc:sldMasterMk cId="752064034" sldId="2147483648"/>
            <pc:sldLayoutMk cId="1852441509" sldId="2147483658"/>
          </pc:sldLayoutMkLst>
        </pc:sldLayoutChg>
        <pc:sldLayoutChg chg="del">
          <pc:chgData name="Jack Forden" userId="097e3a7e-cd5c-474a-95f0-a72dc440bf11" providerId="ADAL" clId="{E85425CB-93DB-4066-BCBC-2427ECDC7B55}" dt="2026-03-09T16:33:31.198" v="2" actId="47"/>
          <pc:sldLayoutMkLst>
            <pc:docMk/>
            <pc:sldMasterMk cId="752064034" sldId="2147483648"/>
            <pc:sldLayoutMk cId="1206261283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BF72F7-D9F5-47E5-9AEC-E35BA2E19D99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31998C-49B4-4C2E-9C98-7E1B83D8E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338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want you to look at this diagram. The jagged orange line is the market, chaotic, noisy, and hard to trade. The smooth green line is your Moving Average.</a:t>
            </a:r>
          </a:p>
          <a:p>
            <a:r>
              <a:rPr lang="en-US" dirty="0"/>
              <a:t>It looks beautiful, right? It looks like it solved the problem.</a:t>
            </a:r>
          </a:p>
          <a:p>
            <a:endParaRPr lang="en-US" dirty="0"/>
          </a:p>
          <a:p>
            <a:r>
              <a:rPr lang="en-US" dirty="0"/>
              <a:t>But look closer. Look at the peaks. The red peak happens </a:t>
            </a:r>
            <a:r>
              <a:rPr lang="en-US" i="1" dirty="0"/>
              <a:t>after</a:t>
            </a:r>
            <a:r>
              <a:rPr lang="en-US" dirty="0"/>
              <a:t> the blue peak. This is the engineering price we pay for clarity. It is called </a:t>
            </a:r>
            <a:r>
              <a:rPr lang="en-US" b="1" dirty="0"/>
              <a:t>Group Delay</a:t>
            </a:r>
            <a:r>
              <a:rPr lang="en-US" dirty="0"/>
              <a:t> or </a:t>
            </a:r>
            <a:r>
              <a:rPr lang="en-US" b="1" dirty="0"/>
              <a:t>Lag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CFD492-883E-433D-B53D-89ACF7446C1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22383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"The problem with the Moving Average we built in Week 1 (the SMA) is that it is a 'Democracy.'</a:t>
            </a:r>
          </a:p>
          <a:p>
            <a:r>
              <a:rPr lang="en-US" dirty="0"/>
              <a:t>If you calculate a 20-day SMA, the price from 20 days ago has the same 'vote' as the price right now.</a:t>
            </a:r>
          </a:p>
          <a:p>
            <a:r>
              <a:rPr lang="en-US" dirty="0"/>
              <a:t>Ask yourself: Is the price of Nvidia 20 days ago as important as the price 2 minutes ago? Of course not. In dynamic systems, </a:t>
            </a:r>
            <a:r>
              <a:rPr lang="en-US" b="1" dirty="0"/>
              <a:t>Recency Matters.</a:t>
            </a:r>
            <a:r>
              <a:rPr lang="en-US" dirty="0"/>
              <a:t>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0CFD492-883E-433D-B53D-89ACF7446C1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46252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E22EA-5A77-4A06-8B5A-BAA0C2B2BE9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CCA08-27D8-4A06-A413-FEF1A056C56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005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E22EA-5A77-4A06-8B5A-BAA0C2B2BE9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CCA08-27D8-4A06-A413-FEF1A056C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732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E22EA-5A77-4A06-8B5A-BAA0C2B2BE9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CCA08-27D8-4A06-A413-FEF1A056C56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5751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E22EA-5A77-4A06-8B5A-BAA0C2B2BE9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CCA08-27D8-4A06-A413-FEF1A056C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579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E22EA-5A77-4A06-8B5A-BAA0C2B2BE9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CCA08-27D8-4A06-A413-FEF1A056C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291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E22EA-5A77-4A06-8B5A-BAA0C2B2BE9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CCA08-27D8-4A06-A413-FEF1A056C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86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E22EA-5A77-4A06-8B5A-BAA0C2B2BE9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CCA08-27D8-4A06-A413-FEF1A056C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540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02E22EA-5A77-4A06-8B5A-BAA0C2B2BE9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7CCA08-27D8-4A06-A413-FEF1A056C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74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E22EA-5A77-4A06-8B5A-BAA0C2B2BE9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CCA08-27D8-4A06-A413-FEF1A056C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639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E22EA-5A77-4A06-8B5A-BAA0C2B2BE9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CCA08-27D8-4A06-A413-FEF1A056C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644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E22EA-5A77-4A06-8B5A-BAA0C2B2BE9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CCA08-27D8-4A06-A413-FEF1A056C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5780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66571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2065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02E22EA-5A77-4A06-8B5A-BAA0C2B2BE9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67CCA08-27D8-4A06-A413-FEF1A056C56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9353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6902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3BDB2-C0D0-8B9C-A456-686F81FC2D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Training an AI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D45674-4ADB-82E3-CC62-247426F19C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Finally…Machine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289838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E7EDF-B672-AA8F-8C28-86AD96D44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34A7A-4568-A52B-DB39-D48FF2E32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learned in our prior steps:</a:t>
            </a:r>
          </a:p>
          <a:p>
            <a:pPr lvl="1"/>
            <a:r>
              <a:rPr lang="en-US" dirty="0"/>
              <a:t>We cannot feed AI the RAW prices</a:t>
            </a:r>
          </a:p>
          <a:p>
            <a:pPr lvl="2"/>
            <a:r>
              <a:rPr lang="en-US" dirty="0"/>
              <a:t>Noise, wander, </a:t>
            </a:r>
            <a:r>
              <a:rPr lang="en-US" dirty="0" err="1"/>
              <a:t>etc</a:t>
            </a:r>
            <a:endParaRPr lang="en-US" dirty="0"/>
          </a:p>
          <a:p>
            <a:pPr lvl="1"/>
            <a:r>
              <a:rPr lang="en-US" dirty="0"/>
              <a:t>We cannot use simple returns</a:t>
            </a:r>
          </a:p>
          <a:p>
            <a:pPr lvl="2"/>
            <a:r>
              <a:rPr lang="en-US" dirty="0"/>
              <a:t>We needed some way to retain memory</a:t>
            </a:r>
          </a:p>
          <a:p>
            <a:r>
              <a:rPr lang="en-US" dirty="0"/>
              <a:t>We used fractionally differentiation to create new dollar bars(d=x) </a:t>
            </a:r>
          </a:p>
          <a:p>
            <a:pPr lvl="1"/>
            <a:r>
              <a:rPr lang="en-US" dirty="0"/>
              <a:t>This gives AI stationary, mathematically sound data that still retains a memory of the overarching market trend</a:t>
            </a:r>
          </a:p>
          <a:p>
            <a:r>
              <a:rPr lang="en-US" dirty="0"/>
              <a:t>So, we have the data!</a:t>
            </a:r>
          </a:p>
          <a:p>
            <a:pPr lvl="1"/>
            <a:r>
              <a:rPr lang="en-US" dirty="0"/>
              <a:t>Now we learn what we do with it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1CBB32-4B22-5D68-ECAA-BDCCFEAA7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" y="4431511"/>
            <a:ext cx="5303521" cy="181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015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2804160"/>
            <a:ext cx="12192000" cy="73152"/>
          </a:xfrm>
          <a:prstGeom prst="rect">
            <a:avLst/>
          </a:prstGeom>
          <a:solidFill>
            <a:srgbClr val="3ECFCF"/>
          </a:solidFill>
          <a:ln w="12700">
            <a:solidFill>
              <a:srgbClr val="3ECFC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609600" y="1463040"/>
            <a:ext cx="1097280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ML Foundations</a:t>
            </a:r>
            <a:endParaRPr lang="en-US" sz="5867" dirty="0"/>
          </a:p>
        </p:txBody>
      </p:sp>
      <p:sp>
        <p:nvSpPr>
          <p:cNvPr id="5" name="Text 3"/>
          <p:cNvSpPr/>
          <p:nvPr/>
        </p:nvSpPr>
        <p:spPr>
          <a:xfrm>
            <a:off x="609600" y="30480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i="1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actually building, and how does it work?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70560" y="219456"/>
            <a:ext cx="1085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Machine Learning?</a:t>
            </a:r>
            <a:endParaRPr lang="en-US" sz="4267" dirty="0"/>
          </a:p>
        </p:txBody>
      </p:sp>
      <p:sp>
        <p:nvSpPr>
          <p:cNvPr id="4" name="Text 2"/>
          <p:cNvSpPr/>
          <p:nvPr/>
        </p:nvSpPr>
        <p:spPr>
          <a:xfrm>
            <a:off x="670560" y="1158240"/>
            <a:ext cx="10850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 computer to write its own rules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87680" y="1682496"/>
            <a:ext cx="11216640" cy="914400"/>
          </a:xfrm>
          <a:prstGeom prst="rect">
            <a:avLst/>
          </a:prstGeom>
          <a:solidFill>
            <a:srgbClr val="EEF6FF"/>
          </a:solidFill>
          <a:ln w="25400">
            <a:solidFill>
              <a:srgbClr val="0D1F4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70560" y="1755648"/>
            <a:ext cx="1085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i="1" dirty="0">
                <a:solidFill>
                  <a:srgbClr val="0D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programming: YOU write the rules. ML: the algorithm finds the rules itself by looking at examples.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26720" y="2706624"/>
            <a:ext cx="5364480" cy="585216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5120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Programming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26720" y="3291840"/>
            <a:ext cx="5364480" cy="3230880"/>
          </a:xfrm>
          <a:prstGeom prst="rect">
            <a:avLst/>
          </a:prstGeom>
          <a:solidFill>
            <a:srgbClr val="FFF0F0"/>
          </a:solidFill>
          <a:ln w="19050">
            <a:solidFill>
              <a:srgbClr val="FC818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609600" y="3389376"/>
            <a:ext cx="499872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You observe the market</a:t>
            </a:r>
            <a:endParaRPr lang="en-US" sz="1733" dirty="0"/>
          </a:p>
        </p:txBody>
      </p:sp>
      <p:sp>
        <p:nvSpPr>
          <p:cNvPr id="11" name="Text 9"/>
          <p:cNvSpPr/>
          <p:nvPr/>
        </p:nvSpPr>
        <p:spPr>
          <a:xfrm>
            <a:off x="609600" y="3986784"/>
            <a:ext cx="499872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You write IF/ELSE rules by hand</a:t>
            </a:r>
            <a:endParaRPr lang="en-US" sz="1733" dirty="0"/>
          </a:p>
        </p:txBody>
      </p:sp>
      <p:sp>
        <p:nvSpPr>
          <p:cNvPr id="12" name="Text 10"/>
          <p:cNvSpPr/>
          <p:nvPr/>
        </p:nvSpPr>
        <p:spPr>
          <a:xfrm>
            <a:off x="609600" y="4584192"/>
            <a:ext cx="499872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"IF RSI &gt; 70 AND price drops → sell"</a:t>
            </a:r>
            <a:endParaRPr lang="en-US" sz="1733" dirty="0"/>
          </a:p>
        </p:txBody>
      </p:sp>
      <p:sp>
        <p:nvSpPr>
          <p:cNvPr id="13" name="Text 11"/>
          <p:cNvSpPr/>
          <p:nvPr/>
        </p:nvSpPr>
        <p:spPr>
          <a:xfrm>
            <a:off x="609600" y="5181600"/>
            <a:ext cx="499872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You run the program</a:t>
            </a:r>
            <a:endParaRPr lang="en-US" sz="1733" dirty="0"/>
          </a:p>
        </p:txBody>
      </p:sp>
      <p:sp>
        <p:nvSpPr>
          <p:cNvPr id="14" name="Text 12"/>
          <p:cNvSpPr/>
          <p:nvPr/>
        </p:nvSpPr>
        <p:spPr>
          <a:xfrm>
            <a:off x="609600" y="5779008"/>
            <a:ext cx="499872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Problem: markets change; your rules go stale</a:t>
            </a:r>
            <a:endParaRPr lang="en-US" sz="1733" dirty="0"/>
          </a:p>
        </p:txBody>
      </p:sp>
      <p:sp>
        <p:nvSpPr>
          <p:cNvPr id="15" name="Shape 13"/>
          <p:cNvSpPr/>
          <p:nvPr/>
        </p:nvSpPr>
        <p:spPr>
          <a:xfrm>
            <a:off x="6339840" y="2706624"/>
            <a:ext cx="5364480" cy="585216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6461760" y="2743200"/>
            <a:ext cx="5120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339840" y="3291840"/>
            <a:ext cx="5364480" cy="3230880"/>
          </a:xfrm>
          <a:prstGeom prst="rect">
            <a:avLst/>
          </a:prstGeom>
          <a:solidFill>
            <a:srgbClr val="F0FFF4"/>
          </a:solidFill>
          <a:ln w="19050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6522720" y="3389376"/>
            <a:ext cx="499872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You collect historical data + correct answers</a:t>
            </a:r>
            <a:endParaRPr lang="en-US" sz="1733" dirty="0"/>
          </a:p>
        </p:txBody>
      </p:sp>
      <p:sp>
        <p:nvSpPr>
          <p:cNvPr id="19" name="Text 17"/>
          <p:cNvSpPr/>
          <p:nvPr/>
        </p:nvSpPr>
        <p:spPr>
          <a:xfrm>
            <a:off x="6522720" y="3986784"/>
            <a:ext cx="499872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You feed both into the algorithm</a:t>
            </a:r>
            <a:endParaRPr lang="en-US" sz="1733" dirty="0"/>
          </a:p>
        </p:txBody>
      </p:sp>
      <p:sp>
        <p:nvSpPr>
          <p:cNvPr id="20" name="Text 18"/>
          <p:cNvSpPr/>
          <p:nvPr/>
        </p:nvSpPr>
        <p:spPr>
          <a:xfrm>
            <a:off x="6522720" y="4584192"/>
            <a:ext cx="499872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The algorithm writes the rules itself</a:t>
            </a:r>
            <a:endParaRPr lang="en-US" sz="1733" dirty="0"/>
          </a:p>
        </p:txBody>
      </p:sp>
      <p:sp>
        <p:nvSpPr>
          <p:cNvPr id="21" name="Text 19"/>
          <p:cNvSpPr/>
          <p:nvPr/>
        </p:nvSpPr>
        <p:spPr>
          <a:xfrm>
            <a:off x="6522720" y="5181600"/>
            <a:ext cx="499872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You run the program</a:t>
            </a:r>
            <a:endParaRPr lang="en-US" sz="1733" dirty="0"/>
          </a:p>
        </p:txBody>
      </p:sp>
      <p:sp>
        <p:nvSpPr>
          <p:cNvPr id="22" name="Text 20"/>
          <p:cNvSpPr/>
          <p:nvPr/>
        </p:nvSpPr>
        <p:spPr>
          <a:xfrm>
            <a:off x="6522720" y="5779008"/>
            <a:ext cx="499872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Advantage: rules adapt to the patterns in data</a:t>
            </a:r>
            <a:endParaRPr lang="en-US" sz="1733" dirty="0"/>
          </a:p>
        </p:txBody>
      </p:sp>
      <p:sp>
        <p:nvSpPr>
          <p:cNvPr id="23" name="Text 21"/>
          <p:cNvSpPr/>
          <p:nvPr/>
        </p:nvSpPr>
        <p:spPr>
          <a:xfrm>
            <a:off x="5632704" y="4267200"/>
            <a:ext cx="92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467" b="1" dirty="0">
                <a:solidFill>
                  <a:srgbClr val="4A5568"/>
                </a:solidFill>
              </a:rPr>
              <a:t>vs</a:t>
            </a:r>
            <a:endParaRPr lang="en-US" sz="346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3ECFCF"/>
          </a:solidFill>
          <a:ln w="12700">
            <a:solidFill>
              <a:srgbClr val="3ECFC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0560" y="219456"/>
            <a:ext cx="1085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Flavors of Machine Learning</a:t>
            </a:r>
            <a:endParaRPr lang="en-US" sz="4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" y="1158240"/>
            <a:ext cx="10850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i="1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only using one of these — but you should know all three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706880"/>
            <a:ext cx="3718560" cy="4815840"/>
          </a:xfrm>
          <a:prstGeom prst="rect">
            <a:avLst/>
          </a:prstGeom>
          <a:solidFill>
            <a:srgbClr val="1A3D6B"/>
          </a:solidFill>
          <a:ln w="31750">
            <a:solidFill>
              <a:srgbClr val="3ECFC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706880"/>
            <a:ext cx="3718560" cy="97536"/>
          </a:xfrm>
          <a:prstGeom prst="rect">
            <a:avLst/>
          </a:prstGeom>
          <a:solidFill>
            <a:srgbClr val="3ECFCF"/>
          </a:solidFill>
          <a:ln w="12700">
            <a:solidFill>
              <a:srgbClr val="3ECFC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30880" y="1706880"/>
            <a:ext cx="853440" cy="463296"/>
          </a:xfrm>
          <a:prstGeom prst="rect">
            <a:avLst/>
          </a:prstGeom>
          <a:solidFill>
            <a:srgbClr val="3ECFCF"/>
          </a:solidFill>
          <a:ln w="12700">
            <a:solidFill>
              <a:srgbClr val="3ECFC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55264" y="173126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0D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US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3718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933" dirty="0">
                <a:solidFill>
                  <a:srgbClr val="000000"/>
                </a:solidFill>
                <a:latin typeface="Calibri" panose="020F0502020204030204"/>
              </a:rPr>
              <a:t>🏷️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2438400"/>
            <a:ext cx="371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000" b="1" dirty="0">
                <a:solidFill>
                  <a:srgbClr val="3E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2000" b="1" dirty="0">
                <a:solidFill>
                  <a:srgbClr val="3E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680" y="3194304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give the algorithm labeled examples: data + correct answers. It learns to map inputs to outputs.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7680" y="4145280"/>
            <a:ext cx="3474720" cy="36576"/>
          </a:xfrm>
          <a:prstGeom prst="rect">
            <a:avLst/>
          </a:prstGeom>
          <a:solidFill>
            <a:srgbClr val="3A5080"/>
          </a:solidFill>
          <a:ln w="12700">
            <a:solidFill>
              <a:srgbClr val="3A5080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7680" y="4218432"/>
            <a:ext cx="3474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3E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Finance: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7680" y="4547616"/>
            <a:ext cx="3474720" cy="176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 Historical bars labeled up/down. Predict direction of next bar.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328160" y="1706880"/>
            <a:ext cx="3718560" cy="4815840"/>
          </a:xfrm>
          <a:prstGeom prst="rect">
            <a:avLst/>
          </a:prstGeom>
          <a:solidFill>
            <a:srgbClr val="1A2645"/>
          </a:solidFill>
          <a:ln w="12700">
            <a:solidFill>
              <a:srgbClr val="2A4070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328160" y="1828800"/>
            <a:ext cx="3718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933" dirty="0">
                <a:solidFill>
                  <a:srgbClr val="000000"/>
                </a:solidFill>
                <a:latin typeface="Calibri" panose="020F0502020204030204"/>
              </a:rPr>
              <a:t>🔍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328160" y="2438400"/>
            <a:ext cx="371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000" b="1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2000" b="1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450080" y="3194304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give the algorithm data with NO labels. It discovers hidden structure and patterns on its own.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450080" y="4145280"/>
            <a:ext cx="3474720" cy="36576"/>
          </a:xfrm>
          <a:prstGeom prst="rect">
            <a:avLst/>
          </a:prstGeom>
          <a:solidFill>
            <a:srgbClr val="3A5080"/>
          </a:solidFill>
          <a:ln w="12700">
            <a:solidFill>
              <a:srgbClr val="3A5080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450080" y="4218432"/>
            <a:ext cx="3474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7A9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Finance: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450080" y="4547616"/>
            <a:ext cx="3474720" cy="176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detection: cluster market conditions into 'trending', 'choppy', 'crisis' without labeling them first.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290560" y="1706880"/>
            <a:ext cx="3718560" cy="4815840"/>
          </a:xfrm>
          <a:prstGeom prst="rect">
            <a:avLst/>
          </a:prstGeom>
          <a:solidFill>
            <a:srgbClr val="1A2645"/>
          </a:solidFill>
          <a:ln w="12700">
            <a:solidFill>
              <a:srgbClr val="2A4070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290560" y="1828800"/>
            <a:ext cx="3718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933" dirty="0">
                <a:solidFill>
                  <a:srgbClr val="000000"/>
                </a:solidFill>
                <a:latin typeface="Calibri" panose="020F0502020204030204"/>
              </a:rPr>
              <a:t>🎮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290560" y="2438400"/>
            <a:ext cx="371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000" b="1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2000" b="1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412480" y="3194304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takes actions in an environment and learns from rewards and penalties over time.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412480" y="4145280"/>
            <a:ext cx="3474720" cy="36576"/>
          </a:xfrm>
          <a:prstGeom prst="rect">
            <a:avLst/>
          </a:prstGeom>
          <a:solidFill>
            <a:srgbClr val="3A5080"/>
          </a:solidFill>
          <a:ln w="12700">
            <a:solidFill>
              <a:srgbClr val="3A5080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412480" y="4218432"/>
            <a:ext cx="3474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7A9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Finance: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412480" y="4547616"/>
            <a:ext cx="3474720" cy="176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algos: a bot learns optimal order-splitting strategies by being rewarded for minimizing market impact.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87680" y="6339840"/>
            <a:ext cx="1121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i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supervised learning, the quality of your labels (y) and features (x) determines everything. Garbage in → garbage out.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DF417-2BED-FCFC-3217-BD85C803E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Machine Learning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94054-9852-6231-E352-0F17A41BA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Supervised Learning</a:t>
            </a:r>
            <a:endParaRPr lang="en-US" dirty="0"/>
          </a:p>
          <a:p>
            <a:pPr lvl="1"/>
            <a:r>
              <a:rPr lang="en-US" dirty="0"/>
              <a:t>This is essentially a high-powered version of “connect the dots”</a:t>
            </a:r>
          </a:p>
          <a:p>
            <a:pPr lvl="1"/>
            <a:r>
              <a:rPr lang="en-US" dirty="0"/>
              <a:t>You show the algorithm historical data and the </a:t>
            </a:r>
            <a:r>
              <a:rPr lang="en-US" i="1" dirty="0"/>
              <a:t>correct answer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Using the correct answers, it writes its own mathematical formula to connect them </a:t>
            </a:r>
          </a:p>
          <a:p>
            <a:pPr lvl="1"/>
            <a:r>
              <a:rPr lang="en-US" dirty="0"/>
              <a:t>Think of a spam filter</a:t>
            </a:r>
          </a:p>
          <a:p>
            <a:pPr lvl="2"/>
            <a:r>
              <a:rPr lang="en-US" dirty="0"/>
              <a:t>You show a program 10,000 emails labeled “spam” and 10,000 labeled “not spam”</a:t>
            </a:r>
          </a:p>
          <a:p>
            <a:pPr lvl="3"/>
            <a:r>
              <a:rPr lang="en-US" dirty="0"/>
              <a:t>How might you identify common trends in these?</a:t>
            </a:r>
          </a:p>
          <a:p>
            <a:pPr lvl="3"/>
            <a:r>
              <a:rPr lang="en-US" dirty="0"/>
              <a:t>Anything that is typically seen in mass spam emails or texts?</a:t>
            </a:r>
          </a:p>
        </p:txBody>
      </p:sp>
    </p:spTree>
    <p:extLst>
      <p:ext uri="{BB962C8B-B14F-4D97-AF65-F5344CB8AC3E}">
        <p14:creationId xmlns:p14="http://schemas.microsoft.com/office/powerpoint/2010/main" val="1990932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BE546-B2BF-289D-C61B-C6BC3D7EF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4586E-2839-7590-6944-087B34E2B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do this using</a:t>
            </a:r>
          </a:p>
          <a:p>
            <a:pPr lvl="1"/>
            <a:r>
              <a:rPr lang="en-US" dirty="0"/>
              <a:t>Features(x): </a:t>
            </a:r>
            <a:r>
              <a:rPr lang="en-US" b="1" dirty="0"/>
              <a:t>The inputs</a:t>
            </a:r>
            <a:r>
              <a:rPr lang="en-US" dirty="0"/>
              <a:t>, these are the </a:t>
            </a:r>
            <a:r>
              <a:rPr lang="en-US" i="1" dirty="0"/>
              <a:t>measurable conditions</a:t>
            </a:r>
            <a:r>
              <a:rPr lang="en-US" dirty="0"/>
              <a:t> of the market at any given dollar bar</a:t>
            </a:r>
          </a:p>
          <a:p>
            <a:pPr lvl="2"/>
            <a:r>
              <a:rPr lang="en-US" dirty="0"/>
              <a:t>Ex: our fractionally differentiated prices, volatility, momentum</a:t>
            </a:r>
          </a:p>
          <a:p>
            <a:pPr lvl="2"/>
            <a:r>
              <a:rPr lang="en-US" dirty="0"/>
              <a:t>This is where the feature analyst and strategist will be spending their time. </a:t>
            </a:r>
          </a:p>
          <a:p>
            <a:pPr lvl="3"/>
            <a:r>
              <a:rPr lang="en-US" i="1" dirty="0"/>
              <a:t>When in doubt, EMA your way out</a:t>
            </a:r>
            <a:endParaRPr lang="en-US" dirty="0"/>
          </a:p>
          <a:p>
            <a:pPr lvl="4"/>
            <a:r>
              <a:rPr lang="en-US" i="1" dirty="0"/>
              <a:t>(really)</a:t>
            </a:r>
          </a:p>
          <a:p>
            <a:pPr lvl="2"/>
            <a:r>
              <a:rPr lang="en-US" dirty="0"/>
              <a:t>This is where you design and build the bias, the decisions, the thought process of your algorithm</a:t>
            </a:r>
          </a:p>
          <a:p>
            <a:pPr lvl="1"/>
            <a:r>
              <a:rPr lang="en-US" dirty="0"/>
              <a:t>Labels(y): </a:t>
            </a:r>
            <a:r>
              <a:rPr lang="en-US" b="1" dirty="0"/>
              <a:t>The outputs</a:t>
            </a:r>
          </a:p>
          <a:p>
            <a:pPr lvl="2"/>
            <a:r>
              <a:rPr lang="en-US" dirty="0"/>
              <a:t>It is nearly </a:t>
            </a:r>
            <a:r>
              <a:rPr lang="en-US" b="1" dirty="0"/>
              <a:t>impossible</a:t>
            </a:r>
            <a:r>
              <a:rPr lang="en-US" dirty="0"/>
              <a:t> to predict the price of an asset in the future</a:t>
            </a:r>
          </a:p>
          <a:p>
            <a:pPr lvl="2"/>
            <a:r>
              <a:rPr lang="en-US" dirty="0"/>
              <a:t>Consider the difficulty of finding a single specific needle in a pile of 1M identical looking needles</a:t>
            </a:r>
          </a:p>
          <a:p>
            <a:pPr lvl="3"/>
            <a:r>
              <a:rPr lang="en-US" dirty="0"/>
              <a:t>Not so easy</a:t>
            </a:r>
          </a:p>
          <a:p>
            <a:pPr lvl="2"/>
            <a:r>
              <a:rPr lang="en-US" dirty="0"/>
              <a:t>It is much easier to predict </a:t>
            </a:r>
            <a:r>
              <a:rPr lang="en-US" b="1" dirty="0"/>
              <a:t>direction </a:t>
            </a:r>
            <a:r>
              <a:rPr lang="en-US" dirty="0"/>
              <a:t>over the next five days</a:t>
            </a:r>
          </a:p>
          <a:p>
            <a:pPr lvl="4"/>
            <a:r>
              <a:rPr lang="en-US" dirty="0"/>
              <a:t>1=up, 0=down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161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14241-7FD3-07D8-583D-93C3DAF78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Anyone Remember 20 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C4810-1FED-47B2-B952-1CCEAD4D6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was the purpose of 20 questions</a:t>
            </a:r>
          </a:p>
          <a:p>
            <a:r>
              <a:rPr lang="en-US" dirty="0"/>
              <a:t>How did the game flow work?</a:t>
            </a:r>
          </a:p>
          <a:p>
            <a:r>
              <a:rPr lang="en-US" dirty="0"/>
              <a:t>What was the ending goal and result?</a:t>
            </a:r>
          </a:p>
          <a:p>
            <a:r>
              <a:rPr lang="en-US" dirty="0"/>
              <a:t>Let’s play</a:t>
            </a:r>
          </a:p>
          <a:p>
            <a:pPr lvl="1"/>
            <a:r>
              <a:rPr lang="en-US" dirty="0"/>
              <a:t>Rules:</a:t>
            </a:r>
          </a:p>
          <a:p>
            <a:pPr lvl="2"/>
            <a:r>
              <a:rPr lang="en-US" dirty="0"/>
              <a:t>Me vs You, 1xAll right now!</a:t>
            </a:r>
          </a:p>
          <a:p>
            <a:pPr lvl="3"/>
            <a:r>
              <a:rPr lang="en-US" dirty="0"/>
              <a:t>I am thinking of </a:t>
            </a:r>
            <a:r>
              <a:rPr lang="en-US" i="1" dirty="0"/>
              <a:t>something (person, place, thing – it must have been physical at one point)</a:t>
            </a:r>
            <a:endParaRPr lang="en-US" dirty="0"/>
          </a:p>
          <a:p>
            <a:pPr lvl="4"/>
            <a:r>
              <a:rPr lang="en-US" dirty="0"/>
              <a:t>You all need to think of </a:t>
            </a:r>
            <a:r>
              <a:rPr lang="en-US" b="1" dirty="0"/>
              <a:t>all</a:t>
            </a:r>
            <a:r>
              <a:rPr lang="en-US" dirty="0"/>
              <a:t> of the questions up front. </a:t>
            </a:r>
          </a:p>
        </p:txBody>
      </p:sp>
    </p:spTree>
    <p:extLst>
      <p:ext uri="{BB962C8B-B14F-4D97-AF65-F5344CB8AC3E}">
        <p14:creationId xmlns:p14="http://schemas.microsoft.com/office/powerpoint/2010/main" val="3787195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0560" y="219456"/>
            <a:ext cx="1085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267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Block: Decision Trees</a:t>
            </a:r>
            <a:endParaRPr lang="en-US" sz="4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" y="1158240"/>
            <a:ext cx="10850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flowchart the algorithm writes itself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682496"/>
            <a:ext cx="4389120" cy="4815840"/>
          </a:xfrm>
          <a:prstGeom prst="rect">
            <a:avLst/>
          </a:prstGeom>
          <a:solidFill>
            <a:srgbClr val="EEF6FF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780032"/>
            <a:ext cx="40233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Tree Thinks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2316480"/>
            <a:ext cx="4023360" cy="335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tree asks a series of yes/no questions about your features, splitting the data at each step until it reaches a prediction.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667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searches all possible splits and picks the one that best separates the 'UP' bars from the 'DOWN' bars at each node.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667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leaf at the bottom is a final prediction: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667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you reached this leaf → predict UP"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67600" y="1828800"/>
            <a:ext cx="1889760" cy="609600"/>
          </a:xfrm>
          <a:prstGeom prst="rect">
            <a:avLst/>
          </a:prstGeom>
          <a:solidFill>
            <a:srgbClr val="0D1F4E"/>
          </a:solidFill>
          <a:ln w="19050">
            <a:solidFill>
              <a:srgbClr val="3ECFC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40752" y="1901952"/>
            <a:ext cx="174345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RSI_14 &gt; 60?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65520" y="2804160"/>
            <a:ext cx="1889760" cy="609600"/>
          </a:xfrm>
          <a:prstGeom prst="rect">
            <a:avLst/>
          </a:prstGeom>
          <a:solidFill>
            <a:srgbClr val="1A3D6B"/>
          </a:solidFill>
          <a:ln w="19050">
            <a:solidFill>
              <a:srgbClr val="3ECFC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138672" y="2877312"/>
            <a:ext cx="174345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ATR_14 &gt; 1.5?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869680" y="2804160"/>
            <a:ext cx="1889760" cy="609600"/>
          </a:xfrm>
          <a:prstGeom prst="rect">
            <a:avLst/>
          </a:prstGeom>
          <a:solidFill>
            <a:srgbClr val="1A3D6B"/>
          </a:solidFill>
          <a:ln w="19050">
            <a:solidFill>
              <a:srgbClr val="3ECFC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942832" y="2877312"/>
            <a:ext cx="174345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EMA_14 &gt; Close?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412480" y="2438400"/>
            <a:ext cx="0" cy="36576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412480" y="2438400"/>
            <a:ext cx="1402080" cy="36576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29200" y="3791712"/>
            <a:ext cx="1357496" cy="609600"/>
          </a:xfrm>
          <a:prstGeom prst="rect">
            <a:avLst/>
          </a:prstGeom>
          <a:solidFill>
            <a:srgbClr val="1A5C36"/>
          </a:solidFill>
          <a:ln w="19050">
            <a:solidFill>
              <a:srgbClr val="48BB78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07712" y="3852672"/>
            <a:ext cx="174345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UP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581649" y="3887096"/>
            <a:ext cx="1260916" cy="463536"/>
          </a:xfrm>
          <a:prstGeom prst="rect">
            <a:avLst/>
          </a:prstGeom>
          <a:solidFill>
            <a:srgbClr val="6B1A1A"/>
          </a:solidFill>
          <a:ln w="19050">
            <a:solidFill>
              <a:srgbClr val="FC8181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68421" y="3875024"/>
            <a:ext cx="174345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DOWN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206829" y="3938016"/>
            <a:ext cx="1699171" cy="451104"/>
          </a:xfrm>
          <a:prstGeom prst="rect">
            <a:avLst/>
          </a:prstGeom>
          <a:solidFill>
            <a:srgbClr val="6B1A1A"/>
          </a:solidFill>
          <a:ln w="19050">
            <a:solidFill>
              <a:srgbClr val="FC8181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089392" y="3852672"/>
            <a:ext cx="174345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DOWN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0040112" y="3864864"/>
            <a:ext cx="1676400" cy="414528"/>
          </a:xfrm>
          <a:prstGeom prst="rect">
            <a:avLst/>
          </a:prstGeom>
          <a:solidFill>
            <a:srgbClr val="1A5C36"/>
          </a:solidFill>
          <a:ln w="19050">
            <a:solidFill>
              <a:srgbClr val="48BB78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040112" y="3852672"/>
            <a:ext cx="174345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UP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 flipH="1">
            <a:off x="5974080" y="3413760"/>
            <a:ext cx="1036320" cy="390144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010400" y="3413760"/>
            <a:ext cx="290696" cy="449192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 flipH="1">
            <a:off x="9108141" y="3413760"/>
            <a:ext cx="706419" cy="377952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814560" y="3413760"/>
            <a:ext cx="1097280" cy="36576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974080" y="2499360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48B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997440" y="2499360"/>
            <a:ext cx="4876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FC8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486400" y="5242560"/>
            <a:ext cx="62179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533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split is chosen to best separate UP days from DOWN days using one feature threshold.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9E65EC-CDFE-AD26-1FC3-F0DCEE43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1" y="634946"/>
            <a:ext cx="6368142" cy="1450757"/>
          </a:xfrm>
        </p:spPr>
        <p:txBody>
          <a:bodyPr>
            <a:normAutofit/>
          </a:bodyPr>
          <a:lstStyle/>
          <a:p>
            <a:r>
              <a:rPr lang="en-US" dirty="0"/>
              <a:t>The Danger of Memorization</a:t>
            </a:r>
          </a:p>
        </p:txBody>
      </p:sp>
      <p:pic>
        <p:nvPicPr>
          <p:cNvPr id="5" name="Picture 4" descr="Small tree">
            <a:extLst>
              <a:ext uri="{FF2B5EF4-FFF2-40B4-BE49-F238E27FC236}">
                <a16:creationId xmlns:a16="http://schemas.microsoft.com/office/drawing/2014/main" id="{2836C691-CEB9-198F-6667-00C5F1735D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053" r="36727" b="1"/>
          <a:stretch>
            <a:fillRect/>
          </a:stretch>
        </p:blipFill>
        <p:spPr>
          <a:xfrm>
            <a:off x="20" y="-12128"/>
            <a:ext cx="4654276" cy="687012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AE327-E4CE-7900-D95E-B917D1B56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1" y="2198914"/>
            <a:ext cx="6368142" cy="3670180"/>
          </a:xfrm>
        </p:spPr>
        <p:txBody>
          <a:bodyPr>
            <a:normAutofit/>
          </a:bodyPr>
          <a:lstStyle/>
          <a:p>
            <a:r>
              <a:rPr lang="en-US" b="1" dirty="0"/>
              <a:t>Overfitting</a:t>
            </a:r>
            <a:endParaRPr lang="en-US" dirty="0"/>
          </a:p>
          <a:p>
            <a:pPr lvl="1"/>
            <a:r>
              <a:rPr lang="en-US" dirty="0"/>
              <a:t>This is the deadliest sin in machine learning. </a:t>
            </a:r>
          </a:p>
          <a:p>
            <a:pPr lvl="1"/>
            <a:r>
              <a:rPr lang="en-US" dirty="0"/>
              <a:t>If a decision tree grows too deep, it stops learning the general trend</a:t>
            </a:r>
          </a:p>
          <a:p>
            <a:pPr lvl="2"/>
            <a:r>
              <a:rPr lang="en-US" dirty="0"/>
              <a:t>It instead starts memorizing </a:t>
            </a:r>
            <a:r>
              <a:rPr lang="en-US" i="1" dirty="0"/>
              <a:t>historical flukes</a:t>
            </a:r>
          </a:p>
          <a:p>
            <a:pPr lvl="1"/>
            <a:r>
              <a:rPr lang="en-US" dirty="0"/>
              <a:t>Consider someone who get’s really </a:t>
            </a:r>
            <a:r>
              <a:rPr lang="en-US" dirty="0" err="1"/>
              <a:t>really</a:t>
            </a:r>
            <a:r>
              <a:rPr lang="en-US" dirty="0"/>
              <a:t> good at a single task being asked to do something else</a:t>
            </a:r>
          </a:p>
          <a:p>
            <a:r>
              <a:rPr lang="en-US" dirty="0"/>
              <a:t>An overfit model looks like a genius on historical data(100% accuracy) but will lose money instantly in live trading</a:t>
            </a:r>
          </a:p>
          <a:p>
            <a:pPr lvl="1"/>
            <a:r>
              <a:rPr lang="en-US" dirty="0"/>
              <a:t>It looks for the historical replicas that will never happen again</a:t>
            </a:r>
          </a:p>
        </p:txBody>
      </p:sp>
    </p:spTree>
    <p:extLst>
      <p:ext uri="{BB962C8B-B14F-4D97-AF65-F5344CB8AC3E}">
        <p14:creationId xmlns:p14="http://schemas.microsoft.com/office/powerpoint/2010/main" val="3296125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31F09-2291-3F12-3C55-C272AADDB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Building Block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BD10A-5351-76CF-22D6-402F5421A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decision tree </a:t>
            </a:r>
            <a:r>
              <a:rPr lang="en-US" dirty="0"/>
              <a:t>acts like a giant game of 20 questions</a:t>
            </a:r>
          </a:p>
          <a:p>
            <a:pPr lvl="1"/>
            <a:r>
              <a:rPr lang="en-US" dirty="0"/>
              <a:t>We look at our features(x) and figures out the best way to split up this data to separate the “Up” days from the “Down” days</a:t>
            </a:r>
          </a:p>
          <a:p>
            <a:r>
              <a:rPr lang="en-US" dirty="0"/>
              <a:t>How it works:</a:t>
            </a:r>
          </a:p>
          <a:p>
            <a:pPr lvl="1"/>
            <a:r>
              <a:rPr lang="en-US" dirty="0"/>
              <a:t>It might learn a rule like:</a:t>
            </a:r>
          </a:p>
          <a:p>
            <a:pPr lvl="2"/>
            <a:r>
              <a:rPr lang="en-US" i="1" dirty="0"/>
              <a:t>IF Volatility is high AND the fractionally differentiated price is below threshold $X$, THEN the next 5 days will be DOWN.</a:t>
            </a:r>
          </a:p>
          <a:p>
            <a:r>
              <a:rPr lang="en-US" dirty="0"/>
              <a:t>This works </a:t>
            </a:r>
            <a:r>
              <a:rPr lang="en-US" i="1" dirty="0"/>
              <a:t>great</a:t>
            </a:r>
            <a:r>
              <a:rPr lang="en-US" dirty="0"/>
              <a:t> for a single decision tree!</a:t>
            </a:r>
          </a:p>
          <a:p>
            <a:pPr lvl="1"/>
            <a:r>
              <a:rPr lang="en-US" dirty="0"/>
              <a:t>The problem arises from using </a:t>
            </a:r>
            <a:r>
              <a:rPr lang="en-US" i="1" dirty="0"/>
              <a:t>just</a:t>
            </a:r>
            <a:r>
              <a:rPr lang="en-US" dirty="0"/>
              <a:t> a single tree. </a:t>
            </a:r>
          </a:p>
          <a:p>
            <a:pPr lvl="1"/>
            <a:r>
              <a:rPr lang="en-US" dirty="0"/>
              <a:t>It’s like tasking a highly opinionated person for advice</a:t>
            </a:r>
          </a:p>
          <a:p>
            <a:pPr lvl="2"/>
            <a:r>
              <a:rPr lang="en-US" dirty="0"/>
              <a:t>They know what worked for </a:t>
            </a:r>
            <a:r>
              <a:rPr lang="en-US" b="1" dirty="0"/>
              <a:t>them, </a:t>
            </a:r>
            <a:r>
              <a:rPr lang="en-US" dirty="0"/>
              <a:t>but that doesn’t always translate to everyone's use case. </a:t>
            </a:r>
          </a:p>
        </p:txBody>
      </p:sp>
    </p:spTree>
    <p:extLst>
      <p:ext uri="{BB962C8B-B14F-4D97-AF65-F5344CB8AC3E}">
        <p14:creationId xmlns:p14="http://schemas.microsoft.com/office/powerpoint/2010/main" val="1145631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arge tree surrounded by tall trees autumn">
            <a:extLst>
              <a:ext uri="{FF2B5EF4-FFF2-40B4-BE49-F238E27FC236}">
                <a16:creationId xmlns:a16="http://schemas.microsoft.com/office/drawing/2014/main" id="{E631D4A5-8C8B-4B9A-18D6-3EAEE4978E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205" r="23227" b="-1"/>
          <a:stretch>
            <a:fillRect/>
          </a:stretch>
        </p:blipFill>
        <p:spPr>
          <a:xfrm>
            <a:off x="20" y="10"/>
            <a:ext cx="4578952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4C359F3-25B2-4E2B-8713-5583EAF4C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4639733" y="0"/>
            <a:ext cx="755226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9EF0EF-1F37-6875-D635-8A0ACA805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4206" y="516835"/>
            <a:ext cx="6339840" cy="1666501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The Brain: Random Forests	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26EB53-A064-438C-B0CD-AC150363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8972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81D99-1724-795A-3B96-CEBC9AA57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4206" y="2236304"/>
            <a:ext cx="6339840" cy="3652667"/>
          </a:xfrm>
        </p:spPr>
        <p:txBody>
          <a:bodyPr>
            <a:normAutofit/>
          </a:bodyPr>
          <a:lstStyle/>
          <a:p>
            <a:r>
              <a:rPr lang="en-US" sz="1800">
                <a:solidFill>
                  <a:srgbClr val="FFFFFF"/>
                </a:solidFill>
              </a:rPr>
              <a:t>If </a:t>
            </a:r>
            <a:r>
              <a:rPr lang="en-US" sz="1800" b="1">
                <a:solidFill>
                  <a:srgbClr val="FFFFFF"/>
                </a:solidFill>
              </a:rPr>
              <a:t>one</a:t>
            </a:r>
            <a:r>
              <a:rPr lang="en-US" sz="1800">
                <a:solidFill>
                  <a:srgbClr val="FFFFFF"/>
                </a:solidFill>
              </a:rPr>
              <a:t> decision tree is prone to memorizing noise, what if we just use more?</a:t>
            </a:r>
          </a:p>
          <a:p>
            <a:r>
              <a:rPr lang="en-US" sz="1800">
                <a:solidFill>
                  <a:srgbClr val="FFFFFF"/>
                </a:solidFill>
              </a:rPr>
              <a:t>A random Forest algorithm creates hundreds of different, randomized decision trees. </a:t>
            </a:r>
          </a:p>
          <a:p>
            <a:pPr lvl="1"/>
            <a:r>
              <a:rPr lang="en-US">
                <a:solidFill>
                  <a:srgbClr val="FFFFFF"/>
                </a:solidFill>
              </a:rPr>
              <a:t>Each tree is trained on a slightly different, random subset of the data</a:t>
            </a:r>
          </a:p>
          <a:p>
            <a:pPr lvl="2"/>
            <a:r>
              <a:rPr lang="en-US" sz="1800">
                <a:solidFill>
                  <a:srgbClr val="FFFFFF"/>
                </a:solidFill>
              </a:rPr>
              <a:t>We also restrict the features they are allowed to look at</a:t>
            </a:r>
          </a:p>
          <a:p>
            <a:r>
              <a:rPr lang="en-US" sz="1800">
                <a:solidFill>
                  <a:srgbClr val="FFFFFF"/>
                </a:solidFill>
              </a:rPr>
              <a:t>When its time to make a decision, all the tree’s </a:t>
            </a:r>
            <a:r>
              <a:rPr lang="en-US" sz="1800" b="1">
                <a:solidFill>
                  <a:srgbClr val="FFFFFF"/>
                </a:solidFill>
              </a:rPr>
              <a:t>vote</a:t>
            </a:r>
          </a:p>
          <a:p>
            <a:pPr lvl="1"/>
            <a:r>
              <a:rPr lang="en-US">
                <a:solidFill>
                  <a:srgbClr val="FFFFFF"/>
                </a:solidFill>
              </a:rPr>
              <a:t>We average their predictions together</a:t>
            </a:r>
          </a:p>
          <a:p>
            <a:pPr lvl="2"/>
            <a:endParaRPr lang="en-US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5177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3ECFCF"/>
          </a:solidFill>
          <a:ln w="12700">
            <a:solidFill>
              <a:srgbClr val="3ECFC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0560" y="219456"/>
            <a:ext cx="1085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The Solution</a:t>
            </a:r>
            <a:endParaRPr lang="en-US" sz="4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" y="1158240"/>
            <a:ext cx="10850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i="1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tree memorizes. A forest generalizes.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682496"/>
            <a:ext cx="5547360" cy="4754880"/>
          </a:xfrm>
          <a:prstGeom prst="rect">
            <a:avLst/>
          </a:prstGeom>
          <a:solidFill>
            <a:srgbClr val="2D0808"/>
          </a:solidFill>
          <a:ln w="19050">
            <a:solidFill>
              <a:srgbClr val="FC8181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682496"/>
            <a:ext cx="5547360" cy="548640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512064" y="1731264"/>
            <a:ext cx="5242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Overfitting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2316480"/>
            <a:ext cx="518160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 defTabSz="1219170">
              <a:buSzPct val="100000"/>
              <a:buFontTx/>
              <a:buChar char="•"/>
            </a:pPr>
            <a:r>
              <a:rPr lang="en-US" sz="1600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tree keeps splitting until it perfectly classifies every training bar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3084576"/>
            <a:ext cx="518160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 defTabSz="1219170">
              <a:buSzPct val="100000"/>
              <a:buFontTx/>
              <a:buChar char="•"/>
            </a:pPr>
            <a:r>
              <a:rPr lang="en-US" sz="1600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accuracy on training data → sounds amazing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3852672"/>
            <a:ext cx="518160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 defTabSz="1219170">
              <a:buSzPct val="100000"/>
              <a:buFontTx/>
              <a:buChar char="•"/>
            </a:pPr>
            <a:r>
              <a:rPr lang="en-US" sz="1600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 has memorized historical flukes, not real patterns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4620768"/>
            <a:ext cx="518160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 defTabSz="1219170">
              <a:buSzPct val="100000"/>
              <a:buFontTx/>
              <a:buChar char="•"/>
            </a:pPr>
            <a:r>
              <a:rPr lang="en-US" sz="1600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new, unseen data it collapses. It's looking for exact replicas that will never happen again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8640" y="5388864"/>
            <a:ext cx="518160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 defTabSz="1219170">
              <a:buSzPct val="100000"/>
              <a:buFontTx/>
              <a:buChar char="•"/>
            </a:pPr>
            <a:r>
              <a:rPr lang="en-US" sz="1600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studying only the practice exam answers, useless when the real questions change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78880" y="1682496"/>
            <a:ext cx="5547360" cy="4754880"/>
          </a:xfrm>
          <a:prstGeom prst="rect">
            <a:avLst/>
          </a:prstGeom>
          <a:solidFill>
            <a:srgbClr val="082D12"/>
          </a:solidFill>
          <a:ln w="19050">
            <a:solidFill>
              <a:srgbClr val="48BB78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78880" y="1682496"/>
            <a:ext cx="5547360" cy="54864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25184" y="1731264"/>
            <a:ext cx="5242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Random Forest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61760" y="2316480"/>
            <a:ext cx="518160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 defTabSz="1219170">
              <a:buSzPct val="100000"/>
              <a:buFontTx/>
              <a:buChar char="•"/>
            </a:pPr>
            <a:r>
              <a:rPr lang="en-US" sz="1600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hundreds of shallow trees instead of one deep one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61760" y="3084576"/>
            <a:ext cx="518160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 defTabSz="1219170">
              <a:buSzPct val="100000"/>
              <a:buFontTx/>
              <a:buChar char="•"/>
            </a:pPr>
            <a:r>
              <a:rPr lang="en-US" sz="1600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trains on a RANDOM subset of rows (bootstrapping)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61760" y="3852672"/>
            <a:ext cx="518160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 defTabSz="1219170">
              <a:buSzPct val="100000"/>
              <a:buFontTx/>
              <a:buChar char="•"/>
            </a:pPr>
            <a:r>
              <a:rPr lang="en-US" sz="1600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split can only consider a RANDOM subset of features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61760" y="4620768"/>
            <a:ext cx="518160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 defTabSz="1219170">
              <a:buSzPct val="100000"/>
              <a:buFontTx/>
              <a:buChar char="•"/>
            </a:pPr>
            <a:r>
              <a:rPr lang="en-US" sz="1600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tree sees a slightly different view of the data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61760" y="5388864"/>
            <a:ext cx="518160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 defTabSz="1219170">
              <a:buSzPct val="100000"/>
              <a:buFontTx/>
              <a:buChar char="•"/>
            </a:pPr>
            <a:r>
              <a:rPr lang="en-US" sz="1600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predict: all trees vote, majority wins,  wisdom of the crowd cancels out individual memorization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65760" y="6522720"/>
            <a:ext cx="11460480" cy="670560"/>
          </a:xfrm>
          <a:prstGeom prst="rect">
            <a:avLst/>
          </a:prstGeom>
          <a:solidFill>
            <a:srgbClr val="1A2F6B"/>
          </a:solidFill>
          <a:ln w="19050">
            <a:solidFill>
              <a:srgbClr val="3ECFC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8640" y="6571488"/>
            <a:ext cx="1109472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i="1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one overconfident expert vs. a diverse panel of 200 specialists. The panel's consensus is almost always more reliable.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0560" y="219456"/>
            <a:ext cx="1085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267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 Random Forest</a:t>
            </a:r>
            <a:endParaRPr lang="en-US" sz="4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" y="1158240"/>
            <a:ext cx="10850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200 imperfect trees become one reliable prediction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682496"/>
            <a:ext cx="2560320" cy="3230880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173126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933" b="1" dirty="0">
                <a:solidFill>
                  <a:srgbClr val="3E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22555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7680" y="3048000"/>
            <a:ext cx="2316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533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draws a random 63% of training rows (with replacement). Different rows → different perspectives.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2926080" y="2682240"/>
            <a:ext cx="34137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667" dirty="0">
                <a:solidFill>
                  <a:srgbClr val="4A5568"/>
                </a:solidFill>
                <a:latin typeface="Calibri" panose="020F0502020204030204"/>
              </a:rPr>
              <a:t>→</a:t>
            </a:r>
            <a:endParaRPr lang="en-US" sz="2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67456" y="1682496"/>
            <a:ext cx="2560320" cy="3230880"/>
          </a:xfrm>
          <a:prstGeom prst="rect">
            <a:avLst/>
          </a:prstGeom>
          <a:solidFill>
            <a:srgbClr val="1A3D6B"/>
          </a:solidFill>
          <a:ln w="12700">
            <a:solidFill>
              <a:srgbClr val="1A3D6B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67456" y="173126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933" b="1" dirty="0">
                <a:solidFill>
                  <a:srgbClr val="3E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67456" y="22555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Subsampling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89376" y="3048000"/>
            <a:ext cx="2316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533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split, only √(total features) candidates are considered. Prevents all trees asking the same question.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827776" y="2682240"/>
            <a:ext cx="34137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667" dirty="0">
                <a:solidFill>
                  <a:srgbClr val="4A5568"/>
                </a:solidFill>
                <a:latin typeface="Calibri" panose="020F0502020204030204"/>
              </a:rPr>
              <a:t>→</a:t>
            </a:r>
            <a:endParaRPr lang="en-US" sz="2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169152" y="1682496"/>
            <a:ext cx="2560320" cy="3230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169152" y="173126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933" b="1" dirty="0">
                <a:solidFill>
                  <a:srgbClr val="3E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169152" y="22555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Trees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291072" y="3048000"/>
            <a:ext cx="2316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533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grows to max_depth (e.g. 5). Shallow = generalized patterns, not memorized noise.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729472" y="2682240"/>
            <a:ext cx="34137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667" dirty="0">
                <a:solidFill>
                  <a:srgbClr val="4A5568"/>
                </a:solidFill>
                <a:latin typeface="Calibri" panose="020F0502020204030204"/>
              </a:rPr>
              <a:t>→</a:t>
            </a:r>
            <a:endParaRPr lang="en-US" sz="2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070848" y="1682496"/>
            <a:ext cx="2560320" cy="323088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070848" y="173126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933" b="1" dirty="0">
                <a:solidFill>
                  <a:srgbClr val="3E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070848" y="22555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&amp;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192768" y="3048000"/>
            <a:ext cx="2316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533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200 trees predict independently. Final answer = majority class. Probability = fraction voting 'UP'.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65760" y="5059680"/>
            <a:ext cx="11460480" cy="1463040"/>
          </a:xfrm>
          <a:prstGeom prst="rect">
            <a:avLst/>
          </a:prstGeom>
          <a:solidFill>
            <a:srgbClr val="EEF6FF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48640" y="5145024"/>
            <a:ext cx="11094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Works, The Bias-Variance Tradeoff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48640" y="5583936"/>
            <a:ext cx="1109472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individual tree has HIGH VARIANCE (sensitive to its specific random subset). But when you average 200 high-variance trees, the random errors cancel each other out. What remains is the true underlying signal,  the pattern that consistently appeared across all the different subsets of data.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2804160"/>
            <a:ext cx="12192000" cy="73152"/>
          </a:xfrm>
          <a:prstGeom prst="rect">
            <a:avLst/>
          </a:prstGeom>
          <a:solidFill>
            <a:srgbClr val="3ECFCF"/>
          </a:solidFill>
          <a:ln w="12700">
            <a:solidFill>
              <a:srgbClr val="3ECFC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609600" y="1463040"/>
            <a:ext cx="1097280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Feature Matrices</a:t>
            </a:r>
            <a:endParaRPr lang="en-US" sz="5867" dirty="0"/>
          </a:p>
        </p:txBody>
      </p:sp>
      <p:sp>
        <p:nvSpPr>
          <p:cNvPr id="5" name="Text 3"/>
          <p:cNvSpPr/>
          <p:nvPr/>
        </p:nvSpPr>
        <p:spPr>
          <a:xfrm>
            <a:off x="609600" y="30480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i="1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bars of price data into machine food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70560" y="219456"/>
            <a:ext cx="1085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Feature Matrix?</a:t>
            </a:r>
            <a:endParaRPr lang="en-US" sz="4267" dirty="0"/>
          </a:p>
        </p:txBody>
      </p:sp>
      <p:sp>
        <p:nvSpPr>
          <p:cNvPr id="4" name="Text 2"/>
          <p:cNvSpPr/>
          <p:nvPr/>
        </p:nvSpPr>
        <p:spPr>
          <a:xfrm>
            <a:off x="670560" y="1158240"/>
            <a:ext cx="10850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format every ML model expects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87680" y="1706880"/>
            <a:ext cx="4389120" cy="4389120"/>
          </a:xfrm>
          <a:prstGeom prst="rect">
            <a:avLst/>
          </a:prstGeom>
          <a:solidFill>
            <a:srgbClr val="EEF2FF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670560" y="1828800"/>
            <a:ext cx="40233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A202C"/>
                </a:solidFill>
              </a:rPr>
              <a:t>The Spreadsheet Analogy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670560" y="2377440"/>
            <a:ext cx="4023360" cy="3413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a spreadsheet where:</a:t>
            </a:r>
            <a:endParaRPr lang="en-US" sz="1733" dirty="0"/>
          </a:p>
          <a:p>
            <a:endParaRPr lang="en-US" sz="1733" dirty="0"/>
          </a:p>
          <a:p>
            <a:r>
              <a:rPr lang="en-US" sz="17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ROW is one dollar bar (a moment in time)</a:t>
            </a:r>
            <a:endParaRPr lang="en-US" sz="1733" dirty="0"/>
          </a:p>
          <a:p>
            <a:endParaRPr lang="en-US" sz="1733" dirty="0"/>
          </a:p>
          <a:p>
            <a:r>
              <a:rPr lang="en-US" sz="17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COLUMN is one measurement about that moment</a:t>
            </a:r>
            <a:endParaRPr lang="en-US" sz="1733" dirty="0"/>
          </a:p>
          <a:p>
            <a:endParaRPr lang="en-US" sz="1733" dirty="0"/>
          </a:p>
          <a:p>
            <a:r>
              <a:rPr lang="en-US" sz="17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reads across each row and asks:</a:t>
            </a:r>
            <a:endParaRPr lang="en-US" sz="1733" dirty="0"/>
          </a:p>
          <a:p>
            <a:r>
              <a:rPr lang="en-US" sz="17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'Given all these signals at this moment, did the market go up or down next?'</a:t>
            </a:r>
            <a:endParaRPr lang="en-US" sz="1733" dirty="0"/>
          </a:p>
        </p:txBody>
      </p:sp>
      <p:sp>
        <p:nvSpPr>
          <p:cNvPr id="8" name="Shape 6"/>
          <p:cNvSpPr/>
          <p:nvPr/>
        </p:nvSpPr>
        <p:spPr>
          <a:xfrm>
            <a:off x="5242560" y="1706880"/>
            <a:ext cx="6461760" cy="4389120"/>
          </a:xfrm>
          <a:prstGeom prst="rect">
            <a:avLst/>
          </a:prstGeom>
          <a:solidFill>
            <a:srgbClr val="E8EEFF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5425440" y="1828800"/>
            <a:ext cx="59740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A202C"/>
                </a:solidFill>
              </a:rPr>
              <a:t>What it looks like in code:</a:t>
            </a:r>
            <a:endParaRPr lang="en-US" sz="1733" dirty="0"/>
          </a:p>
        </p:txBody>
      </p:sp>
      <p:sp>
        <p:nvSpPr>
          <p:cNvPr id="10" name="Shape 8"/>
          <p:cNvSpPr/>
          <p:nvPr/>
        </p:nvSpPr>
        <p:spPr>
          <a:xfrm>
            <a:off x="5303520" y="2377440"/>
            <a:ext cx="1584960" cy="463296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5303520" y="2438400"/>
            <a:ext cx="158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Timestamp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88480" y="2377440"/>
            <a:ext cx="914400" cy="463296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6888480" y="243840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Close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02880" y="2377440"/>
            <a:ext cx="914400" cy="463296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7802880" y="243840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EMA_14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717280" y="2377440"/>
            <a:ext cx="914400" cy="463296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8717280" y="243840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RSI_14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31680" y="2377440"/>
            <a:ext cx="914400" cy="463296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9631680" y="243840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ATR_14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546080" y="2377440"/>
            <a:ext cx="914400" cy="463296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10546080" y="243840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Label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03520" y="2840736"/>
            <a:ext cx="1584960" cy="463296"/>
          </a:xfrm>
          <a:prstGeom prst="rect">
            <a:avLst/>
          </a:prstGeom>
          <a:solidFill>
            <a:srgbClr val="F0F4FF"/>
          </a:solidFill>
          <a:ln w="6350">
            <a:solidFill>
              <a:srgbClr val="D0D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5327904" y="2901696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A202C"/>
                </a:solidFill>
              </a:rPr>
              <a:t>09:32:01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88480" y="2840736"/>
            <a:ext cx="914400" cy="463296"/>
          </a:xfrm>
          <a:prstGeom prst="rect">
            <a:avLst/>
          </a:prstGeom>
          <a:solidFill>
            <a:srgbClr val="F0F4FF"/>
          </a:solidFill>
          <a:ln w="6350">
            <a:solidFill>
              <a:srgbClr val="D0D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/>
          <p:nvPr/>
        </p:nvSpPr>
        <p:spPr>
          <a:xfrm>
            <a:off x="6912864" y="2901696"/>
            <a:ext cx="86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A202C"/>
                </a:solidFill>
              </a:rPr>
              <a:t>148.20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802880" y="2840736"/>
            <a:ext cx="914400" cy="463296"/>
          </a:xfrm>
          <a:prstGeom prst="rect">
            <a:avLst/>
          </a:prstGeom>
          <a:solidFill>
            <a:srgbClr val="F0F4FF"/>
          </a:solidFill>
          <a:ln w="6350">
            <a:solidFill>
              <a:srgbClr val="D0D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7827264" y="2901696"/>
            <a:ext cx="86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A202C"/>
                </a:solidFill>
              </a:rPr>
              <a:t>147.80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717280" y="2840736"/>
            <a:ext cx="914400" cy="463296"/>
          </a:xfrm>
          <a:prstGeom prst="rect">
            <a:avLst/>
          </a:prstGeom>
          <a:solidFill>
            <a:srgbClr val="F0F4FF"/>
          </a:solidFill>
          <a:ln w="6350">
            <a:solidFill>
              <a:srgbClr val="D0D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9" name="Text 27"/>
          <p:cNvSpPr/>
          <p:nvPr/>
        </p:nvSpPr>
        <p:spPr>
          <a:xfrm>
            <a:off x="8741664" y="2901696"/>
            <a:ext cx="86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A202C"/>
                </a:solidFill>
              </a:rPr>
              <a:t>54.2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631680" y="2840736"/>
            <a:ext cx="914400" cy="463296"/>
          </a:xfrm>
          <a:prstGeom prst="rect">
            <a:avLst/>
          </a:prstGeom>
          <a:solidFill>
            <a:srgbClr val="F0F4FF"/>
          </a:solidFill>
          <a:ln w="6350">
            <a:solidFill>
              <a:srgbClr val="D0D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1" name="Text 29"/>
          <p:cNvSpPr/>
          <p:nvPr/>
        </p:nvSpPr>
        <p:spPr>
          <a:xfrm>
            <a:off x="9656064" y="2901696"/>
            <a:ext cx="86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A202C"/>
                </a:solidFill>
              </a:rPr>
              <a:t>1.32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546080" y="2840736"/>
            <a:ext cx="914400" cy="463296"/>
          </a:xfrm>
          <a:prstGeom prst="rect">
            <a:avLst/>
          </a:prstGeom>
          <a:solidFill>
            <a:srgbClr val="E8FFF0"/>
          </a:solidFill>
          <a:ln w="6350">
            <a:solidFill>
              <a:srgbClr val="D0D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3" name="Text 31"/>
          <p:cNvSpPr/>
          <p:nvPr/>
        </p:nvSpPr>
        <p:spPr>
          <a:xfrm>
            <a:off x="10570464" y="2901696"/>
            <a:ext cx="86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A5C36"/>
                </a:solidFill>
              </a:rPr>
              <a:t>1 (↑)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303520" y="3304032"/>
            <a:ext cx="1584960" cy="4632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5" name="Text 33"/>
          <p:cNvSpPr/>
          <p:nvPr/>
        </p:nvSpPr>
        <p:spPr>
          <a:xfrm>
            <a:off x="5327904" y="3364992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A202C"/>
                </a:solidFill>
              </a:rPr>
              <a:t>09:34:47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888480" y="3304032"/>
            <a:ext cx="914400" cy="4632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7" name="Text 35"/>
          <p:cNvSpPr/>
          <p:nvPr/>
        </p:nvSpPr>
        <p:spPr>
          <a:xfrm>
            <a:off x="6912864" y="3364992"/>
            <a:ext cx="86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A202C"/>
                </a:solidFill>
              </a:rPr>
              <a:t>149.50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802880" y="3304032"/>
            <a:ext cx="914400" cy="4632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9" name="Text 37"/>
          <p:cNvSpPr/>
          <p:nvPr/>
        </p:nvSpPr>
        <p:spPr>
          <a:xfrm>
            <a:off x="7827264" y="3364992"/>
            <a:ext cx="86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A202C"/>
                </a:solidFill>
              </a:rPr>
              <a:t>148.10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717280" y="3304032"/>
            <a:ext cx="914400" cy="4632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1" name="Text 39"/>
          <p:cNvSpPr/>
          <p:nvPr/>
        </p:nvSpPr>
        <p:spPr>
          <a:xfrm>
            <a:off x="8741664" y="3364992"/>
            <a:ext cx="86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A202C"/>
                </a:solidFill>
              </a:rPr>
              <a:t>61.7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31680" y="3304032"/>
            <a:ext cx="914400" cy="4632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3" name="Text 41"/>
          <p:cNvSpPr/>
          <p:nvPr/>
        </p:nvSpPr>
        <p:spPr>
          <a:xfrm>
            <a:off x="9656064" y="3364992"/>
            <a:ext cx="86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A202C"/>
                </a:solidFill>
              </a:rPr>
              <a:t>1.41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0546080" y="3304032"/>
            <a:ext cx="914400" cy="463296"/>
          </a:xfrm>
          <a:prstGeom prst="rect">
            <a:avLst/>
          </a:prstGeom>
          <a:solidFill>
            <a:srgbClr val="E8FFF0"/>
          </a:solidFill>
          <a:ln w="6350">
            <a:solidFill>
              <a:srgbClr val="D0D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5" name="Text 43"/>
          <p:cNvSpPr/>
          <p:nvPr/>
        </p:nvSpPr>
        <p:spPr>
          <a:xfrm>
            <a:off x="10570464" y="3364992"/>
            <a:ext cx="86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A5C36"/>
                </a:solidFill>
              </a:rPr>
              <a:t>0 (↓)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303520" y="3767328"/>
            <a:ext cx="1584960" cy="463296"/>
          </a:xfrm>
          <a:prstGeom prst="rect">
            <a:avLst/>
          </a:prstGeom>
          <a:solidFill>
            <a:srgbClr val="F0F4FF"/>
          </a:solidFill>
          <a:ln w="6350">
            <a:solidFill>
              <a:srgbClr val="D0D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7" name="Text 45"/>
          <p:cNvSpPr/>
          <p:nvPr/>
        </p:nvSpPr>
        <p:spPr>
          <a:xfrm>
            <a:off x="5327904" y="3828288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A202C"/>
                </a:solidFill>
              </a:rPr>
              <a:t>09:38:03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888480" y="3767328"/>
            <a:ext cx="914400" cy="463296"/>
          </a:xfrm>
          <a:prstGeom prst="rect">
            <a:avLst/>
          </a:prstGeom>
          <a:solidFill>
            <a:srgbClr val="F0F4FF"/>
          </a:solidFill>
          <a:ln w="6350">
            <a:solidFill>
              <a:srgbClr val="D0D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9" name="Text 47"/>
          <p:cNvSpPr/>
          <p:nvPr/>
        </p:nvSpPr>
        <p:spPr>
          <a:xfrm>
            <a:off x="6912864" y="3828288"/>
            <a:ext cx="86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A202C"/>
                </a:solidFill>
              </a:rPr>
              <a:t>148.90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802880" y="3767328"/>
            <a:ext cx="914400" cy="463296"/>
          </a:xfrm>
          <a:prstGeom prst="rect">
            <a:avLst/>
          </a:prstGeom>
          <a:solidFill>
            <a:srgbClr val="F0F4FF"/>
          </a:solidFill>
          <a:ln w="6350">
            <a:solidFill>
              <a:srgbClr val="D0D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1" name="Text 49"/>
          <p:cNvSpPr/>
          <p:nvPr/>
        </p:nvSpPr>
        <p:spPr>
          <a:xfrm>
            <a:off x="7827264" y="3828288"/>
            <a:ext cx="86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A202C"/>
                </a:solidFill>
              </a:rPr>
              <a:t>148.30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717280" y="3767328"/>
            <a:ext cx="914400" cy="463296"/>
          </a:xfrm>
          <a:prstGeom prst="rect">
            <a:avLst/>
          </a:prstGeom>
          <a:solidFill>
            <a:srgbClr val="F0F4FF"/>
          </a:solidFill>
          <a:ln w="6350">
            <a:solidFill>
              <a:srgbClr val="D0D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3" name="Text 51"/>
          <p:cNvSpPr/>
          <p:nvPr/>
        </p:nvSpPr>
        <p:spPr>
          <a:xfrm>
            <a:off x="8741664" y="3828288"/>
            <a:ext cx="86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A202C"/>
                </a:solidFill>
              </a:rPr>
              <a:t>58.4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9631680" y="3767328"/>
            <a:ext cx="914400" cy="463296"/>
          </a:xfrm>
          <a:prstGeom prst="rect">
            <a:avLst/>
          </a:prstGeom>
          <a:solidFill>
            <a:srgbClr val="F0F4FF"/>
          </a:solidFill>
          <a:ln w="6350">
            <a:solidFill>
              <a:srgbClr val="D0D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5" name="Text 53"/>
          <p:cNvSpPr/>
          <p:nvPr/>
        </p:nvSpPr>
        <p:spPr>
          <a:xfrm>
            <a:off x="9656064" y="3828288"/>
            <a:ext cx="86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A202C"/>
                </a:solidFill>
              </a:rPr>
              <a:t>1.38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10546080" y="3767328"/>
            <a:ext cx="914400" cy="463296"/>
          </a:xfrm>
          <a:prstGeom prst="rect">
            <a:avLst/>
          </a:prstGeom>
          <a:solidFill>
            <a:srgbClr val="E8FFF0"/>
          </a:solidFill>
          <a:ln w="6350">
            <a:solidFill>
              <a:srgbClr val="D0D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7" name="Text 55"/>
          <p:cNvSpPr/>
          <p:nvPr/>
        </p:nvSpPr>
        <p:spPr>
          <a:xfrm>
            <a:off x="10570464" y="3828288"/>
            <a:ext cx="86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A5C36"/>
                </a:solidFill>
              </a:rPr>
              <a:t>1 (↑)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5303520" y="4230624"/>
            <a:ext cx="1584960" cy="4632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9" name="Text 57"/>
          <p:cNvSpPr/>
          <p:nvPr/>
        </p:nvSpPr>
        <p:spPr>
          <a:xfrm>
            <a:off x="5327904" y="4291584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A202C"/>
                </a:solidFill>
              </a:rPr>
              <a:t>...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6888480" y="4230624"/>
            <a:ext cx="914400" cy="4632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1" name="Text 59"/>
          <p:cNvSpPr/>
          <p:nvPr/>
        </p:nvSpPr>
        <p:spPr>
          <a:xfrm>
            <a:off x="6912864" y="4291584"/>
            <a:ext cx="86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A202C"/>
                </a:solidFill>
              </a:rPr>
              <a:t>...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7802880" y="4230624"/>
            <a:ext cx="914400" cy="4632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3" name="Text 61"/>
          <p:cNvSpPr/>
          <p:nvPr/>
        </p:nvSpPr>
        <p:spPr>
          <a:xfrm>
            <a:off x="7827264" y="4291584"/>
            <a:ext cx="86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A202C"/>
                </a:solidFill>
              </a:rPr>
              <a:t>...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8717280" y="4230624"/>
            <a:ext cx="914400" cy="4632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5" name="Text 63"/>
          <p:cNvSpPr/>
          <p:nvPr/>
        </p:nvSpPr>
        <p:spPr>
          <a:xfrm>
            <a:off x="8741664" y="4291584"/>
            <a:ext cx="86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A202C"/>
                </a:solidFill>
              </a:rPr>
              <a:t>...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9631680" y="4230624"/>
            <a:ext cx="914400" cy="4632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7" name="Text 65"/>
          <p:cNvSpPr/>
          <p:nvPr/>
        </p:nvSpPr>
        <p:spPr>
          <a:xfrm>
            <a:off x="9656064" y="4291584"/>
            <a:ext cx="86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A202C"/>
                </a:solidFill>
              </a:rPr>
              <a:t>...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10546080" y="4230624"/>
            <a:ext cx="914400" cy="463296"/>
          </a:xfrm>
          <a:prstGeom prst="rect">
            <a:avLst/>
          </a:prstGeom>
          <a:solidFill>
            <a:srgbClr val="E8FFF0"/>
          </a:solidFill>
          <a:ln w="6350">
            <a:solidFill>
              <a:srgbClr val="D0D7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9" name="Text 67"/>
          <p:cNvSpPr/>
          <p:nvPr/>
        </p:nvSpPr>
        <p:spPr>
          <a:xfrm>
            <a:off x="10570464" y="4291584"/>
            <a:ext cx="86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A5C36"/>
                </a:solidFill>
              </a:rPr>
              <a:t>...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5303520" y="4450080"/>
            <a:ext cx="633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i="1" dirty="0">
                <a:solidFill>
                  <a:srgbClr val="4A5568"/>
                </a:solidFill>
              </a:rPr>
              <a:t>← Features (x) →                    Label (y)</a:t>
            </a:r>
            <a:endParaRPr lang="en-US" sz="1333" dirty="0"/>
          </a:p>
        </p:txBody>
      </p:sp>
      <p:sp>
        <p:nvSpPr>
          <p:cNvPr id="71" name="Text 69"/>
          <p:cNvSpPr/>
          <p:nvPr/>
        </p:nvSpPr>
        <p:spPr>
          <a:xfrm>
            <a:off x="5303520" y="4840224"/>
            <a:ext cx="633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6B1A1A"/>
                </a:solidFill>
              </a:rPr>
              <a:t>One row per bar. Features are calculated ONLY from past data.</a:t>
            </a:r>
            <a:endParaRPr lang="en-US" sz="1467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70560" y="219456"/>
            <a:ext cx="1085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Target Variable (y)</a:t>
            </a:r>
            <a:endParaRPr lang="en-US" sz="4267" dirty="0"/>
          </a:p>
        </p:txBody>
      </p:sp>
      <p:sp>
        <p:nvSpPr>
          <p:cNvPr id="4" name="Text 2"/>
          <p:cNvSpPr/>
          <p:nvPr/>
        </p:nvSpPr>
        <p:spPr>
          <a:xfrm>
            <a:off x="670560" y="1158240"/>
            <a:ext cx="10850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exactly are we trying to predict?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87680" y="1645920"/>
            <a:ext cx="109728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we are asking the model:</a:t>
            </a:r>
            <a:endParaRPr lang="en-US" sz="2133" dirty="0"/>
          </a:p>
        </p:txBody>
      </p:sp>
      <p:sp>
        <p:nvSpPr>
          <p:cNvPr id="6" name="Shape 4"/>
          <p:cNvSpPr/>
          <p:nvPr/>
        </p:nvSpPr>
        <p:spPr>
          <a:xfrm>
            <a:off x="487680" y="2133600"/>
            <a:ext cx="11216640" cy="975360"/>
          </a:xfrm>
          <a:prstGeom prst="rect">
            <a:avLst/>
          </a:prstGeom>
          <a:solidFill>
            <a:srgbClr val="EEF6FF"/>
          </a:solidFill>
          <a:ln w="25400">
            <a:solidFill>
              <a:srgbClr val="0D1F4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670560" y="2218944"/>
            <a:ext cx="108508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i="1" dirty="0">
                <a:solidFill>
                  <a:srgbClr val="0D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"Given the market conditions at this bar, will the NEXT bar close higher or lower?"</a:t>
            </a:r>
            <a:endParaRPr lang="en-US" sz="2133" dirty="0"/>
          </a:p>
        </p:txBody>
      </p:sp>
      <p:sp>
        <p:nvSpPr>
          <p:cNvPr id="8" name="Shape 6"/>
          <p:cNvSpPr/>
          <p:nvPr/>
        </p:nvSpPr>
        <p:spPr>
          <a:xfrm>
            <a:off x="487680" y="3291840"/>
            <a:ext cx="11216640" cy="1158240"/>
          </a:xfrm>
          <a:prstGeom prst="rect">
            <a:avLst/>
          </a:prstGeom>
          <a:solidFill>
            <a:srgbClr val="E8FFF2"/>
          </a:solidFill>
          <a:ln w="12700">
            <a:solidFill>
              <a:srgbClr val="48BB7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670560" y="3535680"/>
            <a:ext cx="8534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645920" y="3596640"/>
            <a:ext cx="9631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UP  (next bar closes higher)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87680" y="4632960"/>
            <a:ext cx="11216640" cy="1158240"/>
          </a:xfrm>
          <a:prstGeom prst="rect">
            <a:avLst/>
          </a:prstGeom>
          <a:solidFill>
            <a:srgbClr val="FFF0F0"/>
          </a:solidFill>
          <a:ln w="12700">
            <a:solidFill>
              <a:srgbClr val="FC818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670560" y="4876800"/>
            <a:ext cx="8534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6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645920" y="4937760"/>
            <a:ext cx="9631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6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DOWN or FLAT  (closes equal or lower)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87680" y="6035040"/>
            <a:ext cx="11216640" cy="670560"/>
          </a:xfrm>
          <a:prstGeom prst="rect">
            <a:avLst/>
          </a:prstGeom>
          <a:solidFill>
            <a:srgbClr val="0D1F3C"/>
          </a:solidFill>
          <a:ln w="12700">
            <a:solidFill>
              <a:srgbClr val="3ECFC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670560" y="6071616"/>
            <a:ext cx="1085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9BD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df['target'] = (df['close'].shift(-1) &gt; df['close']).astype(int)   # 1=up, 0=down/flat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973484" y="938784"/>
            <a:ext cx="7730836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building the target, always drop NaN rows — shift(-1) creates a NaN on the last row.</a:t>
            </a:r>
            <a:endParaRPr lang="en-US" sz="1467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0560" y="219456"/>
            <a:ext cx="1085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267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Experiment: A classic A/B test</a:t>
            </a:r>
            <a:endParaRPr lang="en-US" sz="4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" y="1158240"/>
            <a:ext cx="10850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difference is the input data. Everything else stays identical.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26720" y="1645920"/>
            <a:ext cx="5364480" cy="4754880"/>
          </a:xfrm>
          <a:prstGeom prst="rect">
            <a:avLst/>
          </a:prstGeom>
          <a:solidFill>
            <a:srgbClr val="FFF0F0"/>
          </a:solidFill>
          <a:ln w="25400">
            <a:solidFill>
              <a:srgbClr val="FC8181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26720" y="1645920"/>
            <a:ext cx="5364480" cy="670560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1682496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2401824"/>
            <a:ext cx="5120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6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0  |  Non-Stationary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600" y="2865120"/>
            <a:ext cx="4998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 defTabSz="1219170">
              <a:buSzPct val="100000"/>
              <a:buFontTx/>
              <a:buChar char="•"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raw closing prices from dollar bars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09600" y="3377184"/>
            <a:ext cx="4998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 defTabSz="1219170">
              <a:buSzPct val="100000"/>
              <a:buFontTx/>
              <a:buChar char="•"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Retains 100% of long-term memory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09600" y="3889248"/>
            <a:ext cx="4998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 defTabSz="1219170">
              <a:buSzPct val="100000"/>
              <a:buFontTx/>
              <a:buChar char="•"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Violates stationarity assumptions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9600" y="4401312"/>
            <a:ext cx="4998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 defTabSz="1219170">
              <a:buSzPct val="100000"/>
              <a:buFontTx/>
              <a:buChar char="•"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of spurious correlations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9600" y="4913376"/>
            <a:ext cx="4998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 defTabSz="1219170">
              <a:buSzPct val="100000"/>
              <a:buFontTx/>
              <a:buChar char="•"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may "remember" absolute price levels that will never repeat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26720" y="5791200"/>
            <a:ext cx="5364480" cy="609600"/>
          </a:xfrm>
          <a:prstGeom prst="rect">
            <a:avLst/>
          </a:prstGeom>
          <a:solidFill>
            <a:srgbClr val="FFEAEA"/>
          </a:solidFill>
          <a:ln w="12700">
            <a:solidFill>
              <a:srgbClr val="FC8181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" y="5827776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i="1" dirty="0">
                <a:solidFill>
                  <a:srgbClr val="6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Leakage risk. The model might look great on paper but fails live.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339840" y="1645920"/>
            <a:ext cx="5364480" cy="4754880"/>
          </a:xfrm>
          <a:prstGeom prst="rect">
            <a:avLst/>
          </a:prstGeom>
          <a:solidFill>
            <a:srgbClr val="F0FFF4"/>
          </a:solidFill>
          <a:ln w="25400">
            <a:solidFill>
              <a:srgbClr val="48BB78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339840" y="1645920"/>
            <a:ext cx="5364480" cy="67056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61760" y="1682496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61760" y="2401824"/>
            <a:ext cx="5120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x  |  Stationary + Memory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22720" y="2865120"/>
            <a:ext cx="4998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 defTabSz="1219170">
              <a:buSzPct val="100000"/>
              <a:buFontTx/>
              <a:buChar char="•"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fractionally differentiated prices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522720" y="3377184"/>
            <a:ext cx="4998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 defTabSz="1219170">
              <a:buSzPct val="100000"/>
              <a:buFontTx/>
              <a:buChar char="•"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Stationary: mean &amp; variance are stable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22720" y="3889248"/>
            <a:ext cx="4998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 defTabSz="1219170">
              <a:buSzPct val="100000"/>
              <a:buFontTx/>
              <a:buChar char="•"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maximum predictive correlation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522720" y="4401312"/>
            <a:ext cx="4998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 defTabSz="1219170">
              <a:buSzPct val="100000"/>
              <a:buFontTx/>
              <a:buChar char="•"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sees trends, not absolute levels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22720" y="4913376"/>
            <a:ext cx="4998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 defTabSz="1219170">
              <a:buSzPct val="100000"/>
              <a:buFontTx/>
              <a:buChar char="•"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Theoretically: best of both worlds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339840" y="5791200"/>
            <a:ext cx="5364480" cy="609600"/>
          </a:xfrm>
          <a:prstGeom prst="rect">
            <a:avLst/>
          </a:prstGeom>
          <a:solidFill>
            <a:srgbClr val="EAFFF2"/>
          </a:solidFill>
          <a:ln w="12700">
            <a:solidFill>
              <a:srgbClr val="48BB78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61760" y="5827776"/>
            <a:ext cx="5120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i="1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Theoretically sound. Will the data prove it?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608320" y="3535680"/>
            <a:ext cx="975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3733" b="1" dirty="0">
                <a:solidFill>
                  <a:srgbClr val="4A5568"/>
                </a:solidFill>
                <a:latin typeface="Calibri" panose="020F0502020204030204"/>
              </a:rPr>
              <a:t>vs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2804160"/>
            <a:ext cx="12192000" cy="73152"/>
          </a:xfrm>
          <a:prstGeom prst="rect">
            <a:avLst/>
          </a:prstGeom>
          <a:solidFill>
            <a:srgbClr val="3ECFCF"/>
          </a:solidFill>
          <a:ln w="12700">
            <a:solidFill>
              <a:srgbClr val="3ECFC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600" y="1463040"/>
            <a:ext cx="1097280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5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Technical Indicators</a:t>
            </a:r>
            <a:endParaRPr lang="en-US" sz="5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30480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i="1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your economic hypotheses as numbers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CF1F8-13B6-0BEF-118F-4598D62EC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7A406-BCE4-B73F-A06B-94F5C2CC3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know about technical indicators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6182F-F726-2A6A-4FDB-FC623F4BD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Does anyone remember some of the ones we have talked about in lecture so far?</a:t>
            </a:r>
          </a:p>
        </p:txBody>
      </p:sp>
    </p:spTree>
    <p:extLst>
      <p:ext uri="{BB962C8B-B14F-4D97-AF65-F5344CB8AC3E}">
        <p14:creationId xmlns:p14="http://schemas.microsoft.com/office/powerpoint/2010/main" val="22586932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87940-84B3-B9FE-9E46-012A3DE31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SMA: The low pass filter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0A451-9AAA-47BB-5E27-3D35B721E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once again, revisit our simple moving average</a:t>
            </a:r>
          </a:p>
          <a:p>
            <a:pPr lvl="1"/>
            <a:r>
              <a:rPr lang="en-US" dirty="0"/>
              <a:t>The goal is to remove high-frequency noise(ticks) to reveal the low-frequency trend</a:t>
            </a:r>
          </a:p>
          <a:p>
            <a:r>
              <a:rPr lang="en-US" dirty="0"/>
              <a:t>We treated a moving average as a single calculation</a:t>
            </a:r>
          </a:p>
          <a:p>
            <a:pPr lvl="1"/>
            <a:r>
              <a:rPr lang="en-US" dirty="0"/>
              <a:t>Price &gt; average</a:t>
            </a:r>
          </a:p>
          <a:p>
            <a:pPr lvl="2"/>
            <a:r>
              <a:rPr lang="en-US" dirty="0"/>
              <a:t>Buy signal</a:t>
            </a:r>
          </a:p>
          <a:p>
            <a:pPr lvl="1"/>
            <a:r>
              <a:rPr lang="en-US" dirty="0"/>
              <a:t>We also ultimately introduced </a:t>
            </a:r>
            <a:r>
              <a:rPr lang="en-US" i="1" dirty="0"/>
              <a:t>lag</a:t>
            </a:r>
          </a:p>
          <a:p>
            <a:pPr lvl="2"/>
            <a:r>
              <a:rPr lang="en-US" dirty="0"/>
              <a:t>You cannot smooth the present without using the past.</a:t>
            </a:r>
          </a:p>
          <a:p>
            <a:pPr lvl="2"/>
            <a:r>
              <a:rPr lang="en-US" dirty="0"/>
              <a:t>The green trend line happens after the orange peaks</a:t>
            </a:r>
          </a:p>
          <a:p>
            <a:pPr lvl="3"/>
            <a:r>
              <a:rPr lang="en-US" dirty="0"/>
              <a:t>This is the engineering price we pay for clarity</a:t>
            </a:r>
          </a:p>
          <a:p>
            <a:r>
              <a:rPr lang="en-US" dirty="0"/>
              <a:t>So how do we calculate it?</a:t>
            </a:r>
          </a:p>
          <a:p>
            <a:endParaRPr lang="en-US" b="1" dirty="0"/>
          </a:p>
          <a:p>
            <a:pPr lvl="3"/>
            <a:endParaRPr lang="en-US" dirty="0"/>
          </a:p>
          <a:p>
            <a:endParaRPr lang="en-US" dirty="0"/>
          </a:p>
        </p:txBody>
      </p:sp>
      <p:pic>
        <p:nvPicPr>
          <p:cNvPr id="1031" name="Picture 7" descr="Moving Averages - What You Need To Know For Your Trading">
            <a:extLst>
              <a:ext uri="{FF2B5EF4-FFF2-40B4-BE49-F238E27FC236}">
                <a16:creationId xmlns:a16="http://schemas.microsoft.com/office/drawing/2014/main" id="{F46FBB6A-8146-730A-C591-AA8539705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9108" y="2847295"/>
            <a:ext cx="3920630" cy="2626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38014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83CAD-797F-933F-8950-ACAAE3A18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Fighting Lag — The Exponential Moving Average (EMA)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8E706-92C6-FB7B-1FB8-93A37742A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SMA Flaw: “Democracy”</a:t>
            </a:r>
          </a:p>
          <a:p>
            <a:pPr lvl="1"/>
            <a:r>
              <a:rPr lang="en-US" dirty="0"/>
              <a:t>In a simple moving average, the price from 19 days ago has the </a:t>
            </a:r>
            <a:r>
              <a:rPr lang="en-US" b="1" dirty="0"/>
              <a:t>exact same vote</a:t>
            </a:r>
            <a:r>
              <a:rPr lang="en-US" dirty="0"/>
              <a:t> as the price today.</a:t>
            </a:r>
          </a:p>
          <a:p>
            <a:pPr lvl="1"/>
            <a:r>
              <a:rPr lang="en-US" dirty="0"/>
              <a:t>This is an </a:t>
            </a:r>
            <a:r>
              <a:rPr lang="en-US" i="1" dirty="0"/>
              <a:t>engineering failure</a:t>
            </a:r>
            <a:r>
              <a:rPr lang="en-US" dirty="0"/>
              <a:t> as data from 3 weeks ago is </a:t>
            </a:r>
            <a:r>
              <a:rPr lang="en-US" i="1" dirty="0"/>
              <a:t>stale</a:t>
            </a:r>
          </a:p>
          <a:p>
            <a:r>
              <a:rPr lang="en-US" dirty="0"/>
              <a:t>The EMA Solution</a:t>
            </a:r>
          </a:p>
          <a:p>
            <a:pPr lvl="1"/>
            <a:r>
              <a:rPr lang="en-US" dirty="0"/>
              <a:t>We introduce EMA to encode </a:t>
            </a:r>
            <a:r>
              <a:rPr lang="en-US" i="1" dirty="0"/>
              <a:t>recency bias</a:t>
            </a:r>
            <a:endParaRPr lang="en-US" dirty="0"/>
          </a:p>
          <a:p>
            <a:pPr lvl="1"/>
            <a:r>
              <a:rPr lang="en-US" dirty="0"/>
              <a:t>We add a multiplier to give more weight to more recent data points</a:t>
            </a:r>
          </a:p>
          <a:p>
            <a:pPr lvl="1"/>
            <a:r>
              <a:rPr lang="en-US" dirty="0"/>
              <a:t>We </a:t>
            </a:r>
            <a:r>
              <a:rPr lang="en-US" i="1" dirty="0"/>
              <a:t>forget</a:t>
            </a:r>
            <a:r>
              <a:rPr lang="en-US" dirty="0"/>
              <a:t> the past exponentially faster than the SMA</a:t>
            </a:r>
          </a:p>
          <a:p>
            <a:r>
              <a:rPr lang="en-US" dirty="0"/>
              <a:t>The Result</a:t>
            </a:r>
          </a:p>
          <a:p>
            <a:pPr lvl="1"/>
            <a:r>
              <a:rPr lang="en-US" dirty="0"/>
              <a:t>The EMA signal is shifted closer to </a:t>
            </a:r>
            <a:r>
              <a:rPr lang="en-US" i="1" dirty="0"/>
              <a:t>now</a:t>
            </a:r>
            <a:endParaRPr lang="en-US" dirty="0"/>
          </a:p>
          <a:p>
            <a:r>
              <a:rPr lang="en-US" dirty="0"/>
              <a:t>The trade off</a:t>
            </a:r>
          </a:p>
          <a:p>
            <a:pPr lvl="1"/>
            <a:r>
              <a:rPr lang="en-US" dirty="0"/>
              <a:t>More sensitive to noise but catches the trend change quicker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F9F671-DB70-7993-32B7-10A796CA5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9722" y="2536910"/>
            <a:ext cx="3677151" cy="178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2665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35" name="Rectangle 9234">
            <a:extLst>
              <a:ext uri="{FF2B5EF4-FFF2-40B4-BE49-F238E27FC236}">
                <a16:creationId xmlns:a16="http://schemas.microsoft.com/office/drawing/2014/main" id="{2F888C18-7E74-4A98-A7B4-A5C43583A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045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36" name="Rectangle 9235">
            <a:extLst>
              <a:ext uri="{FF2B5EF4-FFF2-40B4-BE49-F238E27FC236}">
                <a16:creationId xmlns:a16="http://schemas.microsoft.com/office/drawing/2014/main" id="{20436840-698D-4B5F-A7C0-101AD48D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" y="0"/>
            <a:ext cx="754787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9439EA-1897-E82C-9A41-2DF9067EA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16835"/>
            <a:ext cx="5977937" cy="1666501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From Data To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B61F4-D6EB-5EC1-2A29-087241BF4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236304"/>
            <a:ext cx="5977938" cy="3652667"/>
          </a:xfrm>
        </p:spPr>
        <p:txBody>
          <a:bodyPr>
            <a:normAutofit/>
          </a:bodyPr>
          <a:lstStyle/>
          <a:p>
            <a:r>
              <a:rPr lang="en-US" sz="1700">
                <a:solidFill>
                  <a:srgbClr val="FFFFFF"/>
                </a:solidFill>
              </a:rPr>
              <a:t>EMA’s highlight trends</a:t>
            </a:r>
          </a:p>
          <a:p>
            <a:pPr lvl="1"/>
            <a:r>
              <a:rPr lang="en-US" sz="1700">
                <a:solidFill>
                  <a:srgbClr val="FFFFFF"/>
                </a:solidFill>
              </a:rPr>
              <a:t>Highlighting and identifying price trends is the principal goal of an EMA</a:t>
            </a:r>
          </a:p>
          <a:p>
            <a:pPr lvl="1"/>
            <a:r>
              <a:rPr lang="en-US" sz="1700">
                <a:solidFill>
                  <a:srgbClr val="FFFFFF"/>
                </a:solidFill>
              </a:rPr>
              <a:t>By identifying price directions, the EMA allows investors and traders to spot buying and selling signals</a:t>
            </a:r>
          </a:p>
          <a:p>
            <a:pPr lvl="2"/>
            <a:r>
              <a:rPr lang="en-US" sz="1700">
                <a:solidFill>
                  <a:srgbClr val="FFFFFF"/>
                </a:solidFill>
              </a:rPr>
              <a:t>Price is above the EMA line, likely to rise</a:t>
            </a:r>
          </a:p>
          <a:p>
            <a:pPr lvl="2"/>
            <a:r>
              <a:rPr lang="en-US" sz="1700">
                <a:solidFill>
                  <a:srgbClr val="FFFFFF"/>
                </a:solidFill>
              </a:rPr>
              <a:t>Price under the EMA line, likely to fall</a:t>
            </a:r>
          </a:p>
          <a:p>
            <a:r>
              <a:rPr lang="en-US" sz="1700">
                <a:solidFill>
                  <a:srgbClr val="FFFFFF"/>
                </a:solidFill>
              </a:rPr>
              <a:t>EMA builds </a:t>
            </a:r>
            <a:r>
              <a:rPr lang="en-US" sz="1700" i="1">
                <a:solidFill>
                  <a:srgbClr val="FFFFFF"/>
                </a:solidFill>
              </a:rPr>
              <a:t>support</a:t>
            </a:r>
            <a:r>
              <a:rPr lang="en-US" sz="1700">
                <a:solidFill>
                  <a:srgbClr val="FFFFFF"/>
                </a:solidFill>
              </a:rPr>
              <a:t> and </a:t>
            </a:r>
            <a:r>
              <a:rPr lang="en-US" sz="1700" i="1">
                <a:solidFill>
                  <a:srgbClr val="FFFFFF"/>
                </a:solidFill>
              </a:rPr>
              <a:t>resistance</a:t>
            </a:r>
            <a:r>
              <a:rPr lang="en-US" sz="1700">
                <a:solidFill>
                  <a:srgbClr val="FFFFFF"/>
                </a:solidFill>
              </a:rPr>
              <a:t> bands</a:t>
            </a:r>
          </a:p>
          <a:p>
            <a:pPr lvl="1"/>
            <a:r>
              <a:rPr lang="en-US" sz="1700">
                <a:solidFill>
                  <a:srgbClr val="FFFFFF"/>
                </a:solidFill>
              </a:rPr>
              <a:t>Support levels are known as </a:t>
            </a:r>
            <a:r>
              <a:rPr lang="en-US" sz="1700" i="1">
                <a:solidFill>
                  <a:srgbClr val="FFFFFF"/>
                </a:solidFill>
              </a:rPr>
              <a:t>floors</a:t>
            </a:r>
            <a:r>
              <a:rPr lang="en-US" sz="1700">
                <a:solidFill>
                  <a:srgbClr val="FFFFFF"/>
                </a:solidFill>
              </a:rPr>
              <a:t> they act as a limit for how far prices are expected to fall</a:t>
            </a:r>
          </a:p>
          <a:p>
            <a:pPr lvl="1"/>
            <a:r>
              <a:rPr lang="en-US" sz="1700">
                <a:solidFill>
                  <a:srgbClr val="FFFFFF"/>
                </a:solidFill>
              </a:rPr>
              <a:t>Conversely, Resistance levels can act as </a:t>
            </a:r>
            <a:r>
              <a:rPr lang="en-US" sz="1700" i="1">
                <a:solidFill>
                  <a:srgbClr val="FFFFFF"/>
                </a:solidFill>
              </a:rPr>
              <a:t>ceilings </a:t>
            </a:r>
            <a:r>
              <a:rPr lang="en-US" sz="1700">
                <a:solidFill>
                  <a:srgbClr val="FFFFFF"/>
                </a:solidFill>
              </a:rPr>
              <a:t>in downtrends</a:t>
            </a:r>
          </a:p>
        </p:txBody>
      </p:sp>
      <p:sp>
        <p:nvSpPr>
          <p:cNvPr id="9237" name="Rectangle 9236">
            <a:extLst>
              <a:ext uri="{FF2B5EF4-FFF2-40B4-BE49-F238E27FC236}">
                <a16:creationId xmlns:a16="http://schemas.microsoft.com/office/drawing/2014/main" id="{3682BE5A-770A-4799-BE6D-CE0BD0AD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7894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222" name="Picture 6" descr="Snapchat's price action and 21-day EMA">
            <a:extLst>
              <a:ext uri="{FF2B5EF4-FFF2-40B4-BE49-F238E27FC236}">
                <a16:creationId xmlns:a16="http://schemas.microsoft.com/office/drawing/2014/main" id="{5AF67D27-1CFE-6AC0-6CA1-DBAD557EA3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65" r="3612" b="-7"/>
          <a:stretch>
            <a:fillRect/>
          </a:stretch>
        </p:blipFill>
        <p:spPr bwMode="auto">
          <a:xfrm>
            <a:off x="7611902" y="10"/>
            <a:ext cx="4578557" cy="3396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38" name="Rectangle 9237">
            <a:extLst>
              <a:ext uri="{FF2B5EF4-FFF2-40B4-BE49-F238E27FC236}">
                <a16:creationId xmlns:a16="http://schemas.microsoft.com/office/drawing/2014/main" id="{85B58713-80A3-4F72-8ADA-A63E6BA8B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7894" y="3396996"/>
            <a:ext cx="464256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218" name="Picture 2" descr="Tesla's price action and 21-day EMA">
            <a:extLst>
              <a:ext uri="{FF2B5EF4-FFF2-40B4-BE49-F238E27FC236}">
                <a16:creationId xmlns:a16="http://schemas.microsoft.com/office/drawing/2014/main" id="{70819837-699B-79E5-3017-5EB4138E2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99" r="8034"/>
          <a:stretch>
            <a:fillRect/>
          </a:stretch>
        </p:blipFill>
        <p:spPr bwMode="auto">
          <a:xfrm>
            <a:off x="7611902" y="3461004"/>
            <a:ext cx="4580097" cy="3396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8488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3ECFCF"/>
          </a:solidFill>
          <a:ln w="12700">
            <a:solidFill>
              <a:srgbClr val="3ECFC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0560" y="219456"/>
            <a:ext cx="1085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 Are Economic Hypotheses in Code</a:t>
            </a:r>
            <a:endParaRPr lang="en-US" sz="4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" y="1158240"/>
            <a:ext cx="10850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i="1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Strategist's job: pick the right signals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670560" y="1767840"/>
            <a:ext cx="1085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technical indicator is simply a mathematical summary of recent price history that encodes a specific theory about how markets behave.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26720" y="2560320"/>
            <a:ext cx="2682240" cy="3779520"/>
          </a:xfrm>
          <a:prstGeom prst="rect">
            <a:avLst/>
          </a:prstGeom>
          <a:solidFill>
            <a:srgbClr val="1A6B8A"/>
          </a:solidFill>
          <a:ln w="19050">
            <a:solidFill>
              <a:srgbClr val="3ECFC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426720" y="2621280"/>
            <a:ext cx="26822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933" dirty="0">
                <a:solidFill>
                  <a:srgbClr val="000000"/>
                </a:solidFill>
                <a:latin typeface="Calibri" panose="020F0502020204030204"/>
              </a:rPr>
              <a:t>📈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26720" y="3230880"/>
            <a:ext cx="268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/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4023360"/>
            <a:ext cx="243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market going in a direction? How fast?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26720" y="5730240"/>
            <a:ext cx="2682240" cy="426720"/>
          </a:xfrm>
          <a:prstGeom prst="rect">
            <a:avLst/>
          </a:prstGeom>
          <a:solidFill>
            <a:srgbClr val="3ECFCF"/>
          </a:solidFill>
          <a:ln w="12700">
            <a:solidFill>
              <a:srgbClr val="3ECFC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26720" y="5754624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 b="1" dirty="0">
                <a:solidFill>
                  <a:srgbClr val="0D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EMA, MACD, RSI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91840" y="2560320"/>
            <a:ext cx="2682240" cy="3779520"/>
          </a:xfrm>
          <a:prstGeom prst="rect">
            <a:avLst/>
          </a:prstGeom>
          <a:solidFill>
            <a:srgbClr val="1A5C36"/>
          </a:solidFill>
          <a:ln w="19050">
            <a:solidFill>
              <a:srgbClr val="3ECFC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91840" y="2621280"/>
            <a:ext cx="26822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933" dirty="0">
                <a:solidFill>
                  <a:srgbClr val="000000"/>
                </a:solidFill>
                <a:latin typeface="Calibri" panose="020F0502020204030204"/>
              </a:rPr>
              <a:t>↔️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291840" y="3230880"/>
            <a:ext cx="268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Reversion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413760" y="4023360"/>
            <a:ext cx="243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price stretched too far? Will it snap back?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91840" y="5730240"/>
            <a:ext cx="2682240" cy="426720"/>
          </a:xfrm>
          <a:prstGeom prst="rect">
            <a:avLst/>
          </a:prstGeom>
          <a:solidFill>
            <a:srgbClr val="3ECFCF"/>
          </a:solidFill>
          <a:ln w="12700">
            <a:solidFill>
              <a:srgbClr val="3ECFC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91840" y="5754624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 b="1" dirty="0">
                <a:solidFill>
                  <a:srgbClr val="0D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Bollinger Bands, Z-score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156960" y="2560320"/>
            <a:ext cx="2682240" cy="3779520"/>
          </a:xfrm>
          <a:prstGeom prst="rect">
            <a:avLst/>
          </a:prstGeom>
          <a:solidFill>
            <a:srgbClr val="6B4F1A"/>
          </a:solidFill>
          <a:ln w="19050">
            <a:solidFill>
              <a:srgbClr val="3ECFC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156960" y="2621280"/>
            <a:ext cx="26822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933" dirty="0">
                <a:solidFill>
                  <a:srgbClr val="000000"/>
                </a:solidFill>
                <a:latin typeface="Calibri" panose="020F0502020204030204"/>
              </a:rPr>
              <a:t>🌊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56960" y="3230880"/>
            <a:ext cx="268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78880" y="4023360"/>
            <a:ext cx="243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wild is the price moving right now?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156960" y="5730240"/>
            <a:ext cx="2682240" cy="426720"/>
          </a:xfrm>
          <a:prstGeom prst="rect">
            <a:avLst/>
          </a:prstGeom>
          <a:solidFill>
            <a:srgbClr val="3ECFCF"/>
          </a:solidFill>
          <a:ln w="12700">
            <a:solidFill>
              <a:srgbClr val="3ECFC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156960" y="5754624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 b="1" dirty="0">
                <a:solidFill>
                  <a:srgbClr val="0D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ATR, Rolling Std Dev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022080" y="2560320"/>
            <a:ext cx="2682240" cy="3779520"/>
          </a:xfrm>
          <a:prstGeom prst="rect">
            <a:avLst/>
          </a:prstGeom>
          <a:solidFill>
            <a:srgbClr val="4A1A6B"/>
          </a:solidFill>
          <a:ln w="19050">
            <a:solidFill>
              <a:srgbClr val="3ECFC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022080" y="2621280"/>
            <a:ext cx="26822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933" dirty="0">
                <a:solidFill>
                  <a:srgbClr val="000000"/>
                </a:solidFill>
                <a:latin typeface="Calibri" panose="020F0502020204030204"/>
              </a:rPr>
              <a:t>📊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022080" y="3230880"/>
            <a:ext cx="268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144000" y="4023360"/>
            <a:ext cx="243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shape &amp; spread of recent returns?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022080" y="5730240"/>
            <a:ext cx="2682240" cy="426720"/>
          </a:xfrm>
          <a:prstGeom prst="rect">
            <a:avLst/>
          </a:prstGeom>
          <a:solidFill>
            <a:srgbClr val="3ECFCF"/>
          </a:solidFill>
          <a:ln w="12700">
            <a:solidFill>
              <a:srgbClr val="3ECFC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022080" y="5754624"/>
            <a:ext cx="268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 b="1" dirty="0">
                <a:solidFill>
                  <a:srgbClr val="0D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Skewness, Kurtosis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09600" y="631545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Strategist must choose at least one from EACH category.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0560" y="219456"/>
            <a:ext cx="1085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267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1: Trend &amp; Momentum</a:t>
            </a:r>
            <a:endParaRPr lang="en-US" sz="4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" y="1158240"/>
            <a:ext cx="10850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price building up speed in a direction?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26720" y="1706880"/>
            <a:ext cx="11338560" cy="2194560"/>
          </a:xfrm>
          <a:prstGeom prst="rect">
            <a:avLst/>
          </a:prstGeom>
          <a:solidFill>
            <a:srgbClr val="EEF6FF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1804416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(Exponential Moving Average)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9600" y="2218944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Formula: EMA_t = price_t × k  +  EMA_(t-1) × (1 − k)   where k = 2 / (n + 1)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2584704"/>
            <a:ext cx="7924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moving average that weights recent prices more heavily. When price &gt; EMA, the trend is up. When EMA_short crosses above EMA_long, that's a buy signal.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656320" y="2462784"/>
            <a:ext cx="292608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717280" y="2499360"/>
            <a:ext cx="280416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 dirty="0">
                <a:solidFill>
                  <a:srgbClr val="C8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Period: Common: 9, 14, 20, 50 bars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133" dirty="0">
                <a:solidFill>
                  <a:srgbClr val="C8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df['ema_14'] = df['close'].ewm(span=14).mean()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26720" y="4145280"/>
            <a:ext cx="11338560" cy="2194560"/>
          </a:xfrm>
          <a:prstGeom prst="rect">
            <a:avLst/>
          </a:prstGeom>
          <a:solidFill>
            <a:srgbClr val="F0FFF4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9600" y="4242816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(Relative Strength Index)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9600" y="4657344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Formula: RSI = 100 − [100 / (1 + (avg_gain / avg_loss))]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09600" y="5023104"/>
            <a:ext cx="7924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hard the market has been buying vs. selling over the last N bars. RSI &gt; 70 = overbought (may reverse down). RSI &lt; 30 = oversold (may bounce up).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656320" y="4901184"/>
            <a:ext cx="292608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717280" y="4937760"/>
            <a:ext cx="280416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133" dirty="0">
                <a:solidFill>
                  <a:srgbClr val="C8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Period: Common: 14 bars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133" dirty="0">
                <a:solidFill>
                  <a:srgbClr val="C8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ta;  df['rsi_14'] = ta.momentum.RSIIndicator(df['close'], 14).rsi()</a:t>
            </a:r>
            <a:endParaRPr lang="en-US" sz="1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26720" y="6339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"When in doubt, EMA your way out." — Your professor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0560" y="219456"/>
            <a:ext cx="1085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267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2 &amp; 3: Mean Reversion + Volatility</a:t>
            </a:r>
            <a:endParaRPr lang="en-US" sz="4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" y="1158240"/>
            <a:ext cx="10850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stretched is the market, and how wild is it?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5608320" cy="2133600"/>
          </a:xfrm>
          <a:prstGeom prst="rect">
            <a:avLst/>
          </a:prstGeom>
          <a:solidFill>
            <a:srgbClr val="EEF6FF"/>
          </a:solidFill>
          <a:ln w="12700">
            <a:solidFill>
              <a:srgbClr val="1A2F6B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731264"/>
            <a:ext cx="5242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Bollinger Bands (Mean Reversion)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2170176"/>
            <a:ext cx="52425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Upper = SMA + 2σ   |   Lower = SMA − 2σ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2572512"/>
            <a:ext cx="52425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price touches the upper band it's 2 standard deviations above average — statistically extreme and likely to revert.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" y="3962400"/>
            <a:ext cx="5608320" cy="2133600"/>
          </a:xfrm>
          <a:prstGeom prst="rect">
            <a:avLst/>
          </a:prstGeom>
          <a:solidFill>
            <a:srgbClr val="EEF6FF"/>
          </a:solidFill>
          <a:ln w="12700">
            <a:solidFill>
              <a:srgbClr val="1A2F6B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4047744"/>
            <a:ext cx="5242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(Mean Reversion)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4486656"/>
            <a:ext cx="52425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(price − rolling_mean) / rolling_std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8640" y="4888992"/>
            <a:ext cx="52425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many standard deviations the current price is from its own recent average. |z| &gt; 2 suggests potential reversal.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17920" y="1645920"/>
            <a:ext cx="5608320" cy="2133600"/>
          </a:xfrm>
          <a:prstGeom prst="rect">
            <a:avLst/>
          </a:prstGeom>
          <a:solidFill>
            <a:srgbClr val="F0FFF4"/>
          </a:solidFill>
          <a:ln w="12700">
            <a:solidFill>
              <a:srgbClr val="1A5C36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0" y="1731264"/>
            <a:ext cx="5242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 (Average True Range)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0" y="2170176"/>
            <a:ext cx="52425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 = max(High−Low, |High−PrevClose|, |Low−PrevClose|)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333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ATR = EMA(TR, 14)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0" y="2645664"/>
            <a:ext cx="524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the average price range per bar. High ATR = volatile market. Low ATR = quiet market. Useful for position sizing.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17920" y="3962400"/>
            <a:ext cx="5608320" cy="2133600"/>
          </a:xfrm>
          <a:prstGeom prst="rect">
            <a:avLst/>
          </a:prstGeom>
          <a:solidFill>
            <a:srgbClr val="F0FFF4"/>
          </a:solidFill>
          <a:ln w="12700">
            <a:solidFill>
              <a:srgbClr val="1A5C36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00800" y="4047744"/>
            <a:ext cx="5242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Std Dev (Volatility)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0" y="4486656"/>
            <a:ext cx="52425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σ_t = std(close_{t-n} … close_t)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00800" y="4962144"/>
            <a:ext cx="524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volatility measure. High std dev = the market is noisy and unpredictable. Good baseline volatility feature.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0560" y="219456"/>
            <a:ext cx="1085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267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4: Statistical Moments</a:t>
            </a:r>
            <a:endParaRPr lang="en-US" sz="4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" y="1158240"/>
            <a:ext cx="10850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shape of recent returns tell us?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1706880"/>
            <a:ext cx="112166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you're grading 20 test scores. The average tells you the center. The standard deviation tells you how spread out they are.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867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tells you if the distribution leans left or right. Kurtosis tells you if there are extreme outliers.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2865120"/>
            <a:ext cx="3718560" cy="3474720"/>
          </a:xfrm>
          <a:prstGeom prst="rect">
            <a:avLst/>
          </a:prstGeom>
          <a:solidFill>
            <a:srgbClr val="EEF6FF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512064" y="2950464"/>
            <a:ext cx="34137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Mean (μ)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512064" y="3438144"/>
            <a:ext cx="341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μ_t = (1/n) Σ close_{t-n..t}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512064" y="3840480"/>
            <a:ext cx="34137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trend level. When current price &gt; rolling mean, upward momentum.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" y="5852160"/>
            <a:ext cx="3718560" cy="426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26720" y="5888736"/>
            <a:ext cx="3596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C8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df['rm_20'] = df['close'].rolling(20).mean()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328160" y="2865120"/>
            <a:ext cx="3718560" cy="3474720"/>
          </a:xfrm>
          <a:prstGeom prst="rect">
            <a:avLst/>
          </a:prstGeom>
          <a:solidFill>
            <a:srgbClr val="FFF8E8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474464" y="2950464"/>
            <a:ext cx="34137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Skewness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474464" y="3438144"/>
            <a:ext cx="341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skew = E[(x−μ)³] / σ³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474464" y="3840480"/>
            <a:ext cx="34137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skew = occasional large upward moves. Negative skew = fat left tail (crash risk). Markets often have negative skew.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28160" y="5852160"/>
            <a:ext cx="3718560" cy="426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389120" y="5888736"/>
            <a:ext cx="3596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C8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df['skew_20'] = df['close'].rolling(20).skew()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290560" y="2865120"/>
            <a:ext cx="3718560" cy="3474720"/>
          </a:xfrm>
          <a:prstGeom prst="rect">
            <a:avLst/>
          </a:prstGeom>
          <a:solidFill>
            <a:srgbClr val="F5F0FF"/>
          </a:solidFill>
          <a:ln w="12700">
            <a:solidFill>
              <a:srgbClr val="7B3FC8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436864" y="2950464"/>
            <a:ext cx="34137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Kurtosis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436864" y="3438144"/>
            <a:ext cx="341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kurt = E[(x−μ)⁴] / σ⁴ − 3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436864" y="3840480"/>
            <a:ext cx="34137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kurtosis = fat tails, more extreme moves than a normal distribution predicts. Common in equity markets.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290560" y="5852160"/>
            <a:ext cx="3718560" cy="426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351520" y="5888736"/>
            <a:ext cx="3596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00" dirty="0">
                <a:solidFill>
                  <a:srgbClr val="C8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df['kurt_20'] = df['close'].rolling(20).kurt()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0560" y="219456"/>
            <a:ext cx="1085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267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Pipeline(again)Where Are We?</a:t>
            </a:r>
            <a:endParaRPr lang="en-US" sz="4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" y="1158240"/>
            <a:ext cx="10850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builds on the last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889760"/>
            <a:ext cx="1889760" cy="1463040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1889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Data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2621280"/>
            <a:ext cx="188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40M events/day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255520" y="2438400"/>
            <a:ext cx="548640" cy="7315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2420112" y="2255520"/>
            <a:ext cx="365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dirty="0">
                <a:solidFill>
                  <a:srgbClr val="4A5568"/>
                </a:solidFill>
                <a:latin typeface="Calibri" panose="020F0502020204030204"/>
              </a:rPr>
              <a:t>▶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804160" y="1889760"/>
            <a:ext cx="1889760" cy="1463040"/>
          </a:xfrm>
          <a:prstGeom prst="rect">
            <a:avLst/>
          </a:prstGeom>
          <a:solidFill>
            <a:srgbClr val="1A2F6B"/>
          </a:solidFill>
          <a:ln w="12700">
            <a:solidFill>
              <a:srgbClr val="1A2F6B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804160" y="2011680"/>
            <a:ext cx="1889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 Bars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804160" y="2621280"/>
            <a:ext cx="188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economic time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693920" y="2438400"/>
            <a:ext cx="548640" cy="7315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58512" y="2255520"/>
            <a:ext cx="365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dirty="0">
                <a:solidFill>
                  <a:srgbClr val="4A5568"/>
                </a:solidFill>
                <a:latin typeface="Calibri" panose="020F0502020204030204"/>
              </a:rPr>
              <a:t>▶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242560" y="1889760"/>
            <a:ext cx="1889760" cy="1463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242560" y="2011680"/>
            <a:ext cx="1889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Frac. Diff.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242560" y="2621280"/>
            <a:ext cx="188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Stationary + memory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132320" y="2438400"/>
            <a:ext cx="548640" cy="7315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296912" y="2255520"/>
            <a:ext cx="365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dirty="0">
                <a:solidFill>
                  <a:srgbClr val="4A5568"/>
                </a:solidFill>
                <a:latin typeface="Calibri" panose="020F0502020204030204"/>
              </a:rPr>
              <a:t>▶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680960" y="1889760"/>
            <a:ext cx="1889760" cy="14630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680960" y="2011680"/>
            <a:ext cx="1889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Matrix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680960" y="2621280"/>
            <a:ext cx="188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hypotheses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570720" y="2438400"/>
            <a:ext cx="548640" cy="7315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735312" y="2255520"/>
            <a:ext cx="365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dirty="0">
                <a:solidFill>
                  <a:srgbClr val="4A5568"/>
                </a:solidFill>
                <a:latin typeface="Calibri" panose="020F0502020204030204"/>
              </a:rPr>
              <a:t>▶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0119360" y="1889760"/>
            <a:ext cx="1889760" cy="1463040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119360" y="2011680"/>
            <a:ext cx="1889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0119360" y="2621280"/>
            <a:ext cx="188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→ Predict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168640" y="1463040"/>
            <a:ext cx="914400" cy="365760"/>
          </a:xfrm>
          <a:prstGeom prst="rect">
            <a:avLst/>
          </a:prstGeom>
          <a:solidFill>
            <a:srgbClr val="3ECFCF"/>
          </a:solidFill>
          <a:ln w="12700">
            <a:solidFill>
              <a:srgbClr val="3ECFC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107680" y="1487424"/>
            <a:ext cx="103632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067" b="1" dirty="0">
                <a:solidFill>
                  <a:srgbClr val="FFFFFF"/>
                </a:solidFill>
                <a:latin typeface="Calibri" panose="020F0502020204030204"/>
              </a:rPr>
              <a:t>YOU ARE HERE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09600" y="3779520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87680" y="4572000"/>
            <a:ext cx="5120640" cy="1463040"/>
          </a:xfrm>
          <a:prstGeom prst="rect">
            <a:avLst/>
          </a:prstGeom>
          <a:solidFill>
            <a:srgbClr val="FFF8E8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70560" y="4693920"/>
            <a:ext cx="475488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dirty="0">
                <a:solidFill>
                  <a:prstClr val="black"/>
                </a:solidFill>
                <a:latin typeface="Calibri" panose="020F0502020204030204"/>
              </a:rPr>
              <a:t>Our Feature Analyst is responsible for helping the strategist perform the calculations over </a:t>
            </a:r>
            <a:r>
              <a:rPr lang="en-US" sz="1733" b="1" dirty="0">
                <a:solidFill>
                  <a:prstClr val="black"/>
                </a:solidFill>
                <a:latin typeface="Calibri" panose="020F0502020204030204"/>
              </a:rPr>
              <a:t>every</a:t>
            </a:r>
            <a:r>
              <a:rPr lang="en-US" sz="1733" dirty="0">
                <a:solidFill>
                  <a:prstClr val="black"/>
                </a:solidFill>
                <a:latin typeface="Calibri" panose="020F0502020204030204"/>
              </a:rPr>
              <a:t> bar</a:t>
            </a:r>
          </a:p>
        </p:txBody>
      </p:sp>
      <p:sp>
        <p:nvSpPr>
          <p:cNvPr id="33" name="Shape 31"/>
          <p:cNvSpPr/>
          <p:nvPr/>
        </p:nvSpPr>
        <p:spPr>
          <a:xfrm>
            <a:off x="6096000" y="4572000"/>
            <a:ext cx="5120640" cy="1463040"/>
          </a:xfrm>
          <a:prstGeom prst="rect">
            <a:avLst/>
          </a:prstGeom>
          <a:solidFill>
            <a:srgbClr val="E8FFF2"/>
          </a:solidFill>
          <a:ln w="12700">
            <a:solidFill>
              <a:srgbClr val="48BB78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278880" y="4693920"/>
            <a:ext cx="475488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back tester prove one pipeline is better than the other?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2804160"/>
            <a:ext cx="12192000" cy="73152"/>
          </a:xfrm>
          <a:prstGeom prst="rect">
            <a:avLst/>
          </a:prstGeom>
          <a:solidFill>
            <a:srgbClr val="3ECFCF"/>
          </a:solidFill>
          <a:ln w="12700">
            <a:solidFill>
              <a:srgbClr val="3ECFC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609600" y="1463040"/>
            <a:ext cx="1097280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4: The Leakage Trap</a:t>
            </a:r>
            <a:endParaRPr lang="en-US" sz="5867" dirty="0"/>
          </a:p>
        </p:txBody>
      </p:sp>
      <p:sp>
        <p:nvSpPr>
          <p:cNvPr id="5" name="Text 3"/>
          <p:cNvSpPr/>
          <p:nvPr/>
        </p:nvSpPr>
        <p:spPr>
          <a:xfrm>
            <a:off x="609600" y="30480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i="1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silent killer of financial machine learning models</a:t>
            </a:r>
            <a:endParaRPr 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3ECFCF"/>
          </a:solidFill>
          <a:ln w="12700">
            <a:solidFill>
              <a:srgbClr val="3ECFC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0560" y="219456"/>
            <a:ext cx="1085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 Machine Bug(Data Leakage)</a:t>
            </a:r>
            <a:endParaRPr lang="en-US" sz="4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" y="1158240"/>
            <a:ext cx="10850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i="1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silently build a model that's useless in real life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87680" y="1767840"/>
            <a:ext cx="11216640" cy="1889760"/>
          </a:xfrm>
          <a:prstGeom prst="rect">
            <a:avLst/>
          </a:prstGeom>
          <a:solidFill>
            <a:srgbClr val="2D0808"/>
          </a:solidFill>
          <a:ln w="19050">
            <a:solidFill>
              <a:srgbClr val="FC8181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1853184"/>
            <a:ext cx="3657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FC8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2316480"/>
            <a:ext cx="1072896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shuffles their data before splitting 80/20. Their model achieves 94% accuracy on the test set. They're thrilled.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733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deploy it live. It loses money on day one. What happened?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760" y="3779520"/>
            <a:ext cx="3779520" cy="2560320"/>
          </a:xfrm>
          <a:prstGeom prst="rect">
            <a:avLst/>
          </a:prstGeom>
          <a:solidFill>
            <a:srgbClr val="2D1A08"/>
          </a:solidFill>
          <a:ln w="19050">
            <a:solidFill>
              <a:srgbClr val="F6AD55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3877056"/>
            <a:ext cx="34137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shuffle does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4389120"/>
            <a:ext cx="3413760" cy="176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mixes rows from Jan 2020 and Jan 2022 into the same set. The model can "see" future data while training.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28160" y="3779520"/>
            <a:ext cx="3779520" cy="2560320"/>
          </a:xfrm>
          <a:prstGeom prst="rect">
            <a:avLst/>
          </a:prstGeom>
          <a:solidFill>
            <a:srgbClr val="2D0808"/>
          </a:solidFill>
          <a:ln w="19050">
            <a:solidFill>
              <a:srgbClr val="FC8181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11040" y="3877056"/>
            <a:ext cx="34137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set lie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11040" y="4389120"/>
            <a:ext cx="3413760" cy="176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rows are adjacent to training rows in time. The model memorized neighbors, not patterns. It's a look-ahead cheat.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90560" y="3779520"/>
            <a:ext cx="3779520" cy="2560320"/>
          </a:xfrm>
          <a:prstGeom prst="rect">
            <a:avLst/>
          </a:prstGeom>
          <a:solidFill>
            <a:srgbClr val="082D12"/>
          </a:solidFill>
          <a:ln w="19050">
            <a:solidFill>
              <a:srgbClr val="48BB78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473440" y="3877056"/>
            <a:ext cx="34137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473440" y="4389120"/>
            <a:ext cx="3413760" cy="176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shuffle. Use the first 80% of rows (earliest dates) as train. The final 20% as test. The model is only ever evaluated on the future.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7680" y="6339840"/>
            <a:ext cx="1121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6A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 sklearn train_test_split() shuffles by default. You MUST pass shuffle=False.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0560" y="219456"/>
            <a:ext cx="1085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267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Golden Rule: Time-Ordered Splitting</a:t>
            </a:r>
            <a:endParaRPr lang="en-US" sz="4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" y="1158240"/>
            <a:ext cx="10850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the past. Test on the future. Always.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87680" y="2804160"/>
            <a:ext cx="8778240" cy="1097280"/>
          </a:xfrm>
          <a:prstGeom prst="rect">
            <a:avLst/>
          </a:prstGeom>
          <a:solidFill>
            <a:srgbClr val="1A3D6B"/>
          </a:solidFill>
          <a:ln w="12700">
            <a:solidFill>
              <a:srgbClr val="1A3D6B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265920" y="2804160"/>
            <a:ext cx="2194560" cy="109728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487680" y="3072384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  (first 80% of rows by time)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9265920" y="2926080"/>
            <a:ext cx="21945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(last 20%)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7680" y="4023360"/>
            <a:ext cx="10972800" cy="6096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7680" y="4145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Past (Jan 2020)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534400" y="4145280"/>
            <a:ext cx="341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467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(Dec 2024) →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216640" y="4047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dirty="0">
                <a:solidFill>
                  <a:srgbClr val="4A5568"/>
                </a:solidFill>
                <a:latin typeface="Calibri" panose="020F0502020204030204"/>
              </a:rPr>
              <a:t>▶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7680" y="4389120"/>
            <a:ext cx="11216640" cy="1950720"/>
          </a:xfrm>
          <a:prstGeom prst="rect">
            <a:avLst/>
          </a:prstGeom>
          <a:solidFill>
            <a:srgbClr val="0D1F3C"/>
          </a:solidFill>
          <a:ln w="12700">
            <a:solidFill>
              <a:srgbClr val="3ECFC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70560" y="4450080"/>
            <a:ext cx="10850880" cy="1804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9BD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CORRECT — time-ordered split (no shuffle)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600" dirty="0">
                <a:solidFill>
                  <a:srgbClr val="9BD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split_idx = int(len(df) * 0.8)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600" dirty="0">
                <a:solidFill>
                  <a:srgbClr val="9BD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 = feature_df.iloc[:split_idx]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600" dirty="0">
                <a:solidFill>
                  <a:srgbClr val="9BD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X_test  = feature_df.iloc[split_idx:]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600" dirty="0">
                <a:solidFill>
                  <a:srgbClr val="9BD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y_train = target.iloc[:split_idx]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600" dirty="0">
                <a:solidFill>
                  <a:srgbClr val="9BD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y_test  = target.iloc[split_idx:]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7680" y="6400800"/>
            <a:ext cx="11216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use train_test_split() — it shuffles by default.  Use .iloc[ ] with a time index instead.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0560" y="219456"/>
            <a:ext cx="1085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267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Building the Target Variable (y)</a:t>
            </a:r>
            <a:endParaRPr lang="en-US" sz="4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" y="1158240"/>
            <a:ext cx="10850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exactly are we trying to </a:t>
            </a:r>
            <a:r>
              <a:rPr lang="en-US" sz="2000" i="1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1645920"/>
            <a:ext cx="109728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we are asking the model: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7680" y="2133600"/>
            <a:ext cx="11216640" cy="975360"/>
          </a:xfrm>
          <a:prstGeom prst="rect">
            <a:avLst/>
          </a:prstGeom>
          <a:solidFill>
            <a:srgbClr val="EEF6FF"/>
          </a:solidFill>
          <a:ln w="25400">
            <a:solidFill>
              <a:srgbClr val="0D1F4E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670560" y="2218944"/>
            <a:ext cx="108508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133" i="1" dirty="0">
                <a:solidFill>
                  <a:srgbClr val="0D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"Given the market conditions at this bar, will the NEXT bar close higher or lower?"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3291840"/>
            <a:ext cx="11216640" cy="1158240"/>
          </a:xfrm>
          <a:prstGeom prst="rect">
            <a:avLst/>
          </a:prstGeom>
          <a:solidFill>
            <a:srgbClr val="E8FFF2"/>
          </a:solidFill>
          <a:ln w="12700">
            <a:solidFill>
              <a:srgbClr val="48BB78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70560" y="3535680"/>
            <a:ext cx="8534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200" b="1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1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645920" y="3596640"/>
            <a:ext cx="9631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dirty="0">
                <a:solidFill>
                  <a:srgbClr val="1A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UP  (next bar closes higher)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7680" y="4632960"/>
            <a:ext cx="11216640" cy="1158240"/>
          </a:xfrm>
          <a:prstGeom prst="rect">
            <a:avLst/>
          </a:prstGeom>
          <a:solidFill>
            <a:srgbClr val="FFF0F0"/>
          </a:solidFill>
          <a:ln w="12700">
            <a:solidFill>
              <a:srgbClr val="FC8181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70560" y="4876800"/>
            <a:ext cx="8534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3200" b="1" dirty="0">
                <a:solidFill>
                  <a:srgbClr val="6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0</a:t>
            </a:r>
            <a:endParaRPr lang="en-US" sz="3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645920" y="4937760"/>
            <a:ext cx="9631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dirty="0">
                <a:solidFill>
                  <a:srgbClr val="6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DOWN or FLAT  (closes equal or lower)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7680" y="6035040"/>
            <a:ext cx="11216640" cy="670560"/>
          </a:xfrm>
          <a:prstGeom prst="rect">
            <a:avLst/>
          </a:prstGeom>
          <a:solidFill>
            <a:srgbClr val="0D1F3C"/>
          </a:solidFill>
          <a:ln w="12700">
            <a:solidFill>
              <a:srgbClr val="3ECFC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70560" y="6071616"/>
            <a:ext cx="1085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9BD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df['target'] = (df['close'].shift(-1) &gt; df['close']).astype(int)   # 1=up, 0=down/flat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7680" y="6754368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building the target, always drop NaN rows — shift(-1) creates a NaN on the last row.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2804160"/>
            <a:ext cx="12192000" cy="73152"/>
          </a:xfrm>
          <a:prstGeom prst="rect">
            <a:avLst/>
          </a:prstGeom>
          <a:solidFill>
            <a:srgbClr val="3ECFCF"/>
          </a:solidFill>
          <a:ln w="12700">
            <a:solidFill>
              <a:srgbClr val="3ECFC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600" y="1463040"/>
            <a:ext cx="1097280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5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4: Training &amp; Evaluating</a:t>
            </a:r>
            <a:endParaRPr lang="en-US" sz="5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30480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i="1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model and understanding what it's telling you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0560" y="219456"/>
            <a:ext cx="1085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267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sklearn Recipe — Five Lines of Code</a:t>
            </a:r>
            <a:endParaRPr lang="en-US" sz="4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" y="1158240"/>
            <a:ext cx="10850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itself is the easy part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1682496"/>
            <a:ext cx="11216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your data is clean, split, and feature-engineered,  training looks like this: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7680" y="2255520"/>
            <a:ext cx="11216640" cy="3230880"/>
          </a:xfrm>
          <a:prstGeom prst="rect">
            <a:avLst/>
          </a:prstGeom>
          <a:solidFill>
            <a:srgbClr val="0D1F3C"/>
          </a:solidFill>
          <a:ln w="25400">
            <a:solidFill>
              <a:srgbClr val="3ECFC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670560" y="2340864"/>
            <a:ext cx="1085088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533" dirty="0">
                <a:solidFill>
                  <a:srgbClr val="9BD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sklearn.ensemble import RandomForestClassifier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533" dirty="0">
                <a:solidFill>
                  <a:srgbClr val="9BD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classification_report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533" dirty="0">
                <a:solidFill>
                  <a:srgbClr val="9BD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Build the model (same config for BOTH pipelines)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533" dirty="0">
                <a:solidFill>
                  <a:srgbClr val="9BD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RandomForestClassifier(n_estimators=200, max_depth=5, random_state=42)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533" dirty="0">
                <a:solidFill>
                  <a:srgbClr val="9BD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Train on the PAST (training set)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533" dirty="0">
                <a:solidFill>
                  <a:srgbClr val="9BD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model.fit(X_train, y_train)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533" dirty="0">
                <a:solidFill>
                  <a:srgbClr val="9BD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3: Predict on the FUTURE (test set)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533" dirty="0">
                <a:solidFill>
                  <a:srgbClr val="9BD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 = model.predict(X_test)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533" dirty="0">
                <a:solidFill>
                  <a:srgbClr val="9BD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4: Evaluate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533" dirty="0">
                <a:solidFill>
                  <a:srgbClr val="9BD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print(classification_report(y_test, y_pred))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6720" y="5730240"/>
            <a:ext cx="3779520" cy="975360"/>
          </a:xfrm>
          <a:prstGeom prst="rect">
            <a:avLst/>
          </a:prstGeom>
          <a:solidFill>
            <a:srgbClr val="EEF6FF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5791200"/>
            <a:ext cx="35356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n_estimators=200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6132576"/>
            <a:ext cx="353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different decision trees vote. More trees = more stable, slower.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89120" y="5730240"/>
            <a:ext cx="3779520" cy="975360"/>
          </a:xfrm>
          <a:prstGeom prst="rect">
            <a:avLst/>
          </a:prstGeom>
          <a:solidFill>
            <a:srgbClr val="F0FFF4"/>
          </a:solidFill>
          <a:ln w="12700">
            <a:solidFill>
              <a:srgbClr val="48BB78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11040" y="5791200"/>
            <a:ext cx="35356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max_depth=5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11040" y="6132576"/>
            <a:ext cx="353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 tree depth. Prevents overfitting. Start here — tune later.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351520" y="5730240"/>
            <a:ext cx="3779520" cy="975360"/>
          </a:xfrm>
          <a:prstGeom prst="rect">
            <a:avLst/>
          </a:prstGeom>
          <a:solidFill>
            <a:srgbClr val="FFF8E8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473440" y="5791200"/>
            <a:ext cx="35356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1A20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random_state=42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473440" y="6132576"/>
            <a:ext cx="353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results are reproducible. </a:t>
            </a:r>
            <a:r>
              <a:rPr lang="en-US" sz="1333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same value for both pipelines!</a:t>
            </a:r>
            <a:endParaRPr lang="en-US" sz="1333" b="1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0560" y="219456"/>
            <a:ext cx="1085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267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Your Report Card</a:t>
            </a:r>
            <a:endParaRPr lang="en-US" sz="4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" y="1158240"/>
            <a:ext cx="10850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these numbers actually mean for trading?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87680" y="1682496"/>
            <a:ext cx="11216640" cy="1645920"/>
          </a:xfrm>
          <a:prstGeom prst="rect">
            <a:avLst/>
          </a:prstGeom>
          <a:solidFill>
            <a:srgbClr val="0D1F3C"/>
          </a:solidFill>
          <a:ln w="12700">
            <a:solidFill>
              <a:srgbClr val="3ECFC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70560" y="1743456"/>
            <a:ext cx="108508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67" dirty="0">
                <a:solidFill>
                  <a:srgbClr val="9BD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precision    recall  f1-score   support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667" dirty="0">
                <a:solidFill>
                  <a:srgbClr val="9BD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0       0.58      0.62      0.60       423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667" dirty="0">
                <a:solidFill>
                  <a:srgbClr val="9BD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1       0.61      0.57      0.59       441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667" dirty="0">
                <a:solidFill>
                  <a:srgbClr val="9BD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accuracy                           0.59       864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667" dirty="0">
                <a:solidFill>
                  <a:srgbClr val="9BD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macro avg       0.60      0.60      0.59       864</a:t>
            </a:r>
            <a:endParaRPr lang="en-US" sz="1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3474720"/>
            <a:ext cx="2743200" cy="3108960"/>
          </a:xfrm>
          <a:prstGeom prst="rect">
            <a:avLst/>
          </a:prstGeom>
          <a:solidFill>
            <a:srgbClr val="EEF6FF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7680" y="3560064"/>
            <a:ext cx="24993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3925824"/>
            <a:ext cx="249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933" b="1" dirty="0">
                <a:solidFill>
                  <a:srgbClr val="0D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7680" y="4450080"/>
            <a:ext cx="24993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all predictions made, how many were correct?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7680" y="5145024"/>
            <a:ext cx="24993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 &gt; 50% random. In finance, even 54% accuracy with good position sizing can be profitable.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91840" y="3474720"/>
            <a:ext cx="2743200" cy="3108960"/>
          </a:xfrm>
          <a:prstGeom prst="rect">
            <a:avLst/>
          </a:prstGeom>
          <a:solidFill>
            <a:srgbClr val="F0FFF4"/>
          </a:solidFill>
          <a:ln w="12700">
            <a:solidFill>
              <a:srgbClr val="48BB78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413760" y="3560064"/>
            <a:ext cx="24993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413760" y="3925824"/>
            <a:ext cx="249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933" b="1" dirty="0">
                <a:solidFill>
                  <a:srgbClr val="0D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413760" y="4450080"/>
            <a:ext cx="24993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model predicted 'UP' — how often was it actually up?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413760" y="5145024"/>
            <a:ext cx="24993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precision = fewer false alarms. Every wrong 'buy' signal costs real money in commissions and slippage.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17920" y="3474720"/>
            <a:ext cx="2743200" cy="3108960"/>
          </a:xfrm>
          <a:prstGeom prst="rect">
            <a:avLst/>
          </a:prstGeom>
          <a:solidFill>
            <a:srgbClr val="FFF8E8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339840" y="3560064"/>
            <a:ext cx="24993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39840" y="3925824"/>
            <a:ext cx="249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933" b="1" dirty="0">
                <a:solidFill>
                  <a:srgbClr val="0D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39840" y="4450080"/>
            <a:ext cx="24993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the actual 'UP' moves — how many did the model catch?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39840" y="5145024"/>
            <a:ext cx="24993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recall = missing profitable trades. Depending on your strategy, missing moves can be as costly as wrong ones.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144000" y="3474720"/>
            <a:ext cx="2743200" cy="3108960"/>
          </a:xfrm>
          <a:prstGeom prst="rect">
            <a:avLst/>
          </a:prstGeom>
          <a:solidFill>
            <a:srgbClr val="F5F0FF"/>
          </a:solidFill>
          <a:ln w="12700">
            <a:solidFill>
              <a:srgbClr val="7B3FC8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265920" y="3560064"/>
            <a:ext cx="24993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F1-Macro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265920" y="3925824"/>
            <a:ext cx="249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933" b="1" dirty="0">
                <a:solidFill>
                  <a:srgbClr val="0D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265920" y="4450080"/>
            <a:ext cx="24993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and recall. Balanced score.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265920" y="5145024"/>
            <a:ext cx="24993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single-number summary. Compare F1-macro across Pipeline A vs B to declare a winner.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2804160"/>
            <a:ext cx="12192000" cy="73152"/>
          </a:xfrm>
          <a:prstGeom prst="rect">
            <a:avLst/>
          </a:prstGeom>
          <a:solidFill>
            <a:srgbClr val="3ECFCF"/>
          </a:solidFill>
          <a:ln w="12700">
            <a:solidFill>
              <a:srgbClr val="3ECFC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600" y="1463040"/>
            <a:ext cx="1097280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5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5: The Shootout</a:t>
            </a:r>
            <a:endParaRPr lang="en-US" sz="5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30480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i="1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experiment, then form your hypothesis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0560" y="219456"/>
            <a:ext cx="1085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267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 Design</a:t>
            </a:r>
            <a:endParaRPr lang="en-US" sz="4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" y="1158240"/>
            <a:ext cx="10850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rigorous shootout requires everything held constant except the input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767840"/>
            <a:ext cx="2072640" cy="1828800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2072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667" dirty="0">
                <a:solidFill>
                  <a:srgbClr val="000000"/>
                </a:solidFill>
                <a:latin typeface="Calibri" panose="020F0502020204030204"/>
              </a:rPr>
              <a:t>📋</a:t>
            </a:r>
            <a:endParaRPr lang="en-US" sz="2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2438400"/>
            <a:ext cx="20726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(30–50)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2438400" y="2438400"/>
            <a:ext cx="2438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dirty="0">
                <a:solidFill>
                  <a:srgbClr val="4A5568"/>
                </a:solidFill>
                <a:latin typeface="Calibri" panose="020F0502020204030204"/>
              </a:rPr>
              <a:t>→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682240" y="1767840"/>
            <a:ext cx="2072640" cy="1828800"/>
          </a:xfrm>
          <a:prstGeom prst="rect">
            <a:avLst/>
          </a:prstGeom>
          <a:solidFill>
            <a:srgbClr val="1A3D6B"/>
          </a:solidFill>
          <a:ln w="12700">
            <a:solidFill>
              <a:srgbClr val="1A3D6B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682240" y="1828800"/>
            <a:ext cx="2072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667" dirty="0">
                <a:solidFill>
                  <a:srgbClr val="000000"/>
                </a:solidFill>
                <a:latin typeface="Calibri" panose="020F0502020204030204"/>
              </a:rPr>
              <a:t>⚙️</a:t>
            </a:r>
            <a:endParaRPr lang="en-US" sz="2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682240" y="2438400"/>
            <a:ext cx="20726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(calc on A &amp; B)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54880" y="2438400"/>
            <a:ext cx="2438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dirty="0">
                <a:solidFill>
                  <a:srgbClr val="4A5568"/>
                </a:solidFill>
                <a:latin typeface="Calibri" panose="020F0502020204030204"/>
              </a:rPr>
              <a:t>→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998720" y="1767840"/>
            <a:ext cx="2072640" cy="1828800"/>
          </a:xfrm>
          <a:prstGeom prst="rect">
            <a:avLst/>
          </a:prstGeom>
          <a:solidFill>
            <a:srgbClr val="1A5C36"/>
          </a:solidFill>
          <a:ln w="12700">
            <a:solidFill>
              <a:srgbClr val="1A5C36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998720" y="1828800"/>
            <a:ext cx="2072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667" dirty="0">
                <a:solidFill>
                  <a:srgbClr val="000000"/>
                </a:solidFill>
                <a:latin typeface="Calibri" panose="020F0502020204030204"/>
              </a:rPr>
              <a:t>🌲</a:t>
            </a:r>
            <a:endParaRPr lang="en-US" sz="2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998720" y="2438400"/>
            <a:ext cx="20726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(RF, n=200)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071360" y="2438400"/>
            <a:ext cx="2438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dirty="0">
                <a:solidFill>
                  <a:srgbClr val="4A5568"/>
                </a:solidFill>
                <a:latin typeface="Calibri" panose="020F0502020204030204"/>
              </a:rPr>
              <a:t>→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315200" y="1767840"/>
            <a:ext cx="2072640" cy="1828800"/>
          </a:xfrm>
          <a:prstGeom prst="rect">
            <a:avLst/>
          </a:prstGeom>
          <a:solidFill>
            <a:srgbClr val="6B4F1A"/>
          </a:solidFill>
          <a:ln w="12700">
            <a:solidFill>
              <a:srgbClr val="6B4F1A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15200" y="1828800"/>
            <a:ext cx="2072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667" dirty="0">
                <a:solidFill>
                  <a:srgbClr val="000000"/>
                </a:solidFill>
                <a:latin typeface="Calibri" panose="020F0502020204030204"/>
              </a:rPr>
              <a:t>✂️</a:t>
            </a:r>
            <a:endParaRPr lang="en-US" sz="2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315200" y="2438400"/>
            <a:ext cx="20726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(80/20 time)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387840" y="2438400"/>
            <a:ext cx="2438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dirty="0">
                <a:solidFill>
                  <a:srgbClr val="4A5568"/>
                </a:solidFill>
                <a:latin typeface="Calibri" panose="020F0502020204030204"/>
              </a:rPr>
              <a:t>→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631680" y="1767840"/>
            <a:ext cx="2072640" cy="1828800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631680" y="1828800"/>
            <a:ext cx="2072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667" dirty="0">
                <a:solidFill>
                  <a:srgbClr val="000000"/>
                </a:solidFill>
                <a:latin typeface="Calibri" panose="020F0502020204030204"/>
              </a:rPr>
              <a:t>📊</a:t>
            </a:r>
            <a:endParaRPr lang="en-US" sz="26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631680" y="2438400"/>
            <a:ext cx="20726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(F1-Macro)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87680" y="3718560"/>
            <a:ext cx="11216640" cy="914400"/>
          </a:xfrm>
          <a:prstGeom prst="rect">
            <a:avLst/>
          </a:prstGeom>
          <a:solidFill>
            <a:srgbClr val="FFF8E8"/>
          </a:solidFill>
          <a:ln w="25400">
            <a:solidFill>
              <a:srgbClr val="F6AD55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70560" y="3779520"/>
            <a:ext cx="1085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The ONLY difference: Pipeline A uses raw close prices (d=0). Pipeline B uses fractionally differentiated prices (d=x).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87680" y="4779264"/>
            <a:ext cx="11216640" cy="451104"/>
          </a:xfrm>
          <a:prstGeom prst="rect">
            <a:avLst/>
          </a:prstGeom>
          <a:solidFill>
            <a:srgbClr val="EEF6FF"/>
          </a:solidFill>
          <a:ln w="6350">
            <a:solidFill>
              <a:srgbClr val="D0D7E8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70560" y="484022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0D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Curator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987040" y="4840224"/>
            <a:ext cx="853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subset, audit quality, build Set A + Set B, create the target variable, time-split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87680" y="5266944"/>
            <a:ext cx="11216640" cy="4511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8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70560" y="532790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0D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Analyst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987040" y="5327904"/>
            <a:ext cx="853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indicator functions on both sets. Output: dict of feature DataFrames for each ticker × pipeline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87680" y="5754624"/>
            <a:ext cx="11216640" cy="451104"/>
          </a:xfrm>
          <a:prstGeom prst="rect">
            <a:avLst/>
          </a:prstGeom>
          <a:solidFill>
            <a:srgbClr val="EEF6FF"/>
          </a:solidFill>
          <a:ln w="6350">
            <a:solidFill>
              <a:srgbClr val="D0D7E8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70560" y="58155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0D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2987040" y="5815584"/>
            <a:ext cx="853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30–50 representative tickers (diverse sectors + volatility). Curate features from all 4 categories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87680" y="6242304"/>
            <a:ext cx="11216640" cy="451104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8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70560" y="630326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0D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Backtester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2987040" y="6303264"/>
            <a:ext cx="853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RF on each pipeline. Print classification_report. Compare F1-Macro. Conclude: did B beat A?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3ECFCF"/>
          </a:solidFill>
          <a:ln w="12700">
            <a:solidFill>
              <a:srgbClr val="3ECFC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0560" y="219456"/>
            <a:ext cx="1085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2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Your Hypothesis Before You Run</a:t>
            </a:r>
            <a:endParaRPr lang="en-US" sz="4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0560" y="1158240"/>
            <a:ext cx="108508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i="1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isn't 'run it and see' — it's 'predict, then test'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87680" y="1706880"/>
            <a:ext cx="11216640" cy="4632960"/>
          </a:xfrm>
          <a:prstGeom prst="rect">
            <a:avLst/>
          </a:prstGeom>
          <a:solidFill>
            <a:srgbClr val="1A2F6B"/>
          </a:solidFill>
          <a:ln w="19050">
            <a:solidFill>
              <a:srgbClr val="3ECFC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07289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3E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Strategist's pre-experiment write-up should answer: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2480" y="2377440"/>
            <a:ext cx="10607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should Pipeline B outperform A in theory?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2480" y="28041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792480" y="3657600"/>
            <a:ext cx="10607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might Pipeline A still perform surprisingly well?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92480" y="40843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2480" y="4937760"/>
            <a:ext cx="10607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F1-Macro score would you consider a meaningful win for B over A?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92480" y="53644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7680" y="6339840"/>
            <a:ext cx="1121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the hypothesis first prevents post-hoc rationalization — the most common mistake in quantitative research.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3ECFCF"/>
          </a:solidFill>
          <a:ln w="12700">
            <a:solidFill>
              <a:srgbClr val="3ECFC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6766560"/>
            <a:ext cx="12192000" cy="97536"/>
          </a:xfrm>
          <a:prstGeom prst="rect">
            <a:avLst/>
          </a:prstGeom>
          <a:solidFill>
            <a:srgbClr val="3ECFCF"/>
          </a:solidFill>
          <a:ln w="12700">
            <a:solidFill>
              <a:srgbClr val="3ECFC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24384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45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Checklist</a:t>
            </a:r>
            <a:endParaRPr lang="en-US" sz="4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1072896"/>
            <a:ext cx="109728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i="1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your team starts coding, every member should be able to answer these: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1645920"/>
            <a:ext cx="2072640" cy="853440"/>
          </a:xfrm>
          <a:prstGeom prst="rect">
            <a:avLst/>
          </a:prstGeom>
          <a:solidFill>
            <a:srgbClr val="0D1F4E"/>
          </a:solidFill>
          <a:ln w="12700">
            <a:solidFill>
              <a:srgbClr val="3ECFC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792224"/>
            <a:ext cx="195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3E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Curator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2743200" y="1767840"/>
            <a:ext cx="89611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load, clean, and split the data with a strict time-ordered 80/20 cut? Can I build the binary target variable?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621280" y="1987296"/>
            <a:ext cx="73152" cy="73152"/>
          </a:xfrm>
          <a:prstGeom prst="rect">
            <a:avLst/>
          </a:prstGeom>
          <a:solidFill>
            <a:srgbClr val="3ECFCF"/>
          </a:solidFill>
          <a:ln w="12700">
            <a:solidFill>
              <a:srgbClr val="3ECFC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7680" y="2645664"/>
            <a:ext cx="2072640" cy="853440"/>
          </a:xfrm>
          <a:prstGeom prst="rect">
            <a:avLst/>
          </a:prstGeom>
          <a:solidFill>
            <a:srgbClr val="1A3D6B"/>
          </a:solidFill>
          <a:ln w="12700">
            <a:solidFill>
              <a:srgbClr val="3ECFC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8640" y="2791968"/>
            <a:ext cx="195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3E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Analyst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743200" y="2767584"/>
            <a:ext cx="89611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build indicator functions that take a DataFrame → return a feature matrix? Do I avoid using future data (shift)?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621280" y="2987040"/>
            <a:ext cx="73152" cy="73152"/>
          </a:xfrm>
          <a:prstGeom prst="rect">
            <a:avLst/>
          </a:prstGeom>
          <a:solidFill>
            <a:srgbClr val="3ECFCF"/>
          </a:solidFill>
          <a:ln w="12700">
            <a:solidFill>
              <a:srgbClr val="3ECFC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7680" y="3645408"/>
            <a:ext cx="2072640" cy="853440"/>
          </a:xfrm>
          <a:prstGeom prst="rect">
            <a:avLst/>
          </a:prstGeom>
          <a:solidFill>
            <a:srgbClr val="1A5C36"/>
          </a:solidFill>
          <a:ln w="12700">
            <a:solidFill>
              <a:srgbClr val="3ECFC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8640" y="3791712"/>
            <a:ext cx="195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3E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Strategist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743200" y="3767328"/>
            <a:ext cx="89611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I chosen ≥1 indicator from each of the 4 categories? Did I document WHY each indicator encodes a valid market hypothesis?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621280" y="3986784"/>
            <a:ext cx="73152" cy="73152"/>
          </a:xfrm>
          <a:prstGeom prst="rect">
            <a:avLst/>
          </a:prstGeom>
          <a:solidFill>
            <a:srgbClr val="3ECFCF"/>
          </a:solidFill>
          <a:ln w="12700">
            <a:solidFill>
              <a:srgbClr val="3ECFC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87680" y="4645152"/>
            <a:ext cx="2072640" cy="853440"/>
          </a:xfrm>
          <a:prstGeom prst="rect">
            <a:avLst/>
          </a:prstGeom>
          <a:solidFill>
            <a:srgbClr val="6B4F1A"/>
          </a:solidFill>
          <a:ln w="12700">
            <a:solidFill>
              <a:srgbClr val="3ECFC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48640" y="4791456"/>
            <a:ext cx="195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3E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Backtester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743200" y="4767072"/>
            <a:ext cx="89611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 understand what classification_report outputs and can I explain F1-Macro to the Strategist in plain English?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621280" y="4986528"/>
            <a:ext cx="73152" cy="73152"/>
          </a:xfrm>
          <a:prstGeom prst="rect">
            <a:avLst/>
          </a:prstGeom>
          <a:solidFill>
            <a:srgbClr val="3ECFCF"/>
          </a:solidFill>
          <a:ln w="12700">
            <a:solidFill>
              <a:srgbClr val="3ECFC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87680" y="5644896"/>
            <a:ext cx="2072640" cy="853440"/>
          </a:xfrm>
          <a:prstGeom prst="rect">
            <a:avLst/>
          </a:prstGeom>
          <a:solidFill>
            <a:srgbClr val="028090"/>
          </a:solidFill>
          <a:ln w="12700">
            <a:solidFill>
              <a:srgbClr val="3ECFC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48640" y="5791200"/>
            <a:ext cx="195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3E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743200" y="5766816"/>
            <a:ext cx="89611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C8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SAME model config train on BOTH pipelines? Is the experiment fair?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621280" y="5986272"/>
            <a:ext cx="73152" cy="73152"/>
          </a:xfrm>
          <a:prstGeom prst="rect">
            <a:avLst/>
          </a:prstGeom>
          <a:solidFill>
            <a:srgbClr val="3ECFCF"/>
          </a:solidFill>
          <a:ln w="12700">
            <a:solidFill>
              <a:srgbClr val="3ECFCF"/>
            </a:solidFill>
            <a:prstDash val="solid"/>
          </a:ln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463040" y="6285530"/>
            <a:ext cx="1121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i="1" dirty="0">
                <a:solidFill>
                  <a:srgbClr val="3E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luck. The market is indifferent to effort, but rigorous methodology always wins in the long run.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4459</Words>
  <Application>Microsoft Office PowerPoint</Application>
  <PresentationFormat>Widescreen</PresentationFormat>
  <Paragraphs>544</Paragraphs>
  <Slides>39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Aptos</vt:lpstr>
      <vt:lpstr>Arial</vt:lpstr>
      <vt:lpstr>Calibri</vt:lpstr>
      <vt:lpstr>Calibri Light</vt:lpstr>
      <vt:lpstr>Consolas</vt:lpstr>
      <vt:lpstr>Retrospect</vt:lpstr>
      <vt:lpstr>Office Theme</vt:lpstr>
      <vt:lpstr>Training an AI Model</vt:lpstr>
      <vt:lpstr>Quick Recap</vt:lpstr>
      <vt:lpstr>PowerPoint Presentation</vt:lpstr>
      <vt:lpstr>PowerPoint Presentation</vt:lpstr>
      <vt:lpstr>PowerPoint Presentation</vt:lpstr>
      <vt:lpstr>The Machine Learning Approach</vt:lpstr>
      <vt:lpstr>Supervised Learning Continued</vt:lpstr>
      <vt:lpstr>Does Anyone Remember 20 Questions?</vt:lpstr>
      <vt:lpstr>PowerPoint Presentation</vt:lpstr>
      <vt:lpstr>The Danger of Memorization</vt:lpstr>
      <vt:lpstr>The Building Block</vt:lpstr>
      <vt:lpstr>The Brain: Random Forests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We know about technical indicators</vt:lpstr>
      <vt:lpstr>SMA: The low pass filter</vt:lpstr>
      <vt:lpstr>Fighting Lag — The Exponential Moving Average (EMA)</vt:lpstr>
      <vt:lpstr>From Data To Information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 Forden</dc:creator>
  <cp:lastModifiedBy>Jack Forden</cp:lastModifiedBy>
  <cp:revision>1</cp:revision>
  <dcterms:created xsi:type="dcterms:W3CDTF">2026-03-09T16:32:48Z</dcterms:created>
  <dcterms:modified xsi:type="dcterms:W3CDTF">2026-03-09T20:51:52Z</dcterms:modified>
</cp:coreProperties>
</file>