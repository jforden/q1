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5" r:id="rId4"/>
    <p:sldId id="274" r:id="rId5"/>
    <p:sldId id="276" r:id="rId6"/>
    <p:sldId id="258" r:id="rId7"/>
    <p:sldId id="260" r:id="rId8"/>
    <p:sldId id="277" r:id="rId9"/>
    <p:sldId id="278" r:id="rId10"/>
    <p:sldId id="261" r:id="rId11"/>
    <p:sldId id="279" r:id="rId12"/>
    <p:sldId id="259" r:id="rId13"/>
    <p:sldId id="280" r:id="rId14"/>
    <p:sldId id="262" r:id="rId15"/>
    <p:sldId id="281" r:id="rId16"/>
    <p:sldId id="282" r:id="rId17"/>
    <p:sldId id="283" r:id="rId18"/>
    <p:sldId id="284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AA8047-CA13-4741-A8CE-B97E069E2576}" v="73" dt="2026-02-23T19:22:52.8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Forden" userId="097e3a7e-cd5c-474a-95f0-a72dc440bf11" providerId="ADAL" clId="{8536C8EF-68B2-45FA-AC34-1CAEDABCFC55}"/>
    <pc:docChg chg="undo custSel addSld delSld modSld sldOrd">
      <pc:chgData name="Jack Forden" userId="097e3a7e-cd5c-474a-95f0-a72dc440bf11" providerId="ADAL" clId="{8536C8EF-68B2-45FA-AC34-1CAEDABCFC55}" dt="2026-02-23T19:22:55.055" v="19289" actId="20577"/>
      <pc:docMkLst>
        <pc:docMk/>
      </pc:docMkLst>
      <pc:sldChg chg="modSp new mod">
        <pc:chgData name="Jack Forden" userId="097e3a7e-cd5c-474a-95f0-a72dc440bf11" providerId="ADAL" clId="{8536C8EF-68B2-45FA-AC34-1CAEDABCFC55}" dt="2026-02-16T18:06:16.134" v="118" actId="20577"/>
        <pc:sldMkLst>
          <pc:docMk/>
          <pc:sldMk cId="1833219958" sldId="256"/>
        </pc:sldMkLst>
        <pc:spChg chg="mod">
          <ac:chgData name="Jack Forden" userId="097e3a7e-cd5c-474a-95f0-a72dc440bf11" providerId="ADAL" clId="{8536C8EF-68B2-45FA-AC34-1CAEDABCFC55}" dt="2026-02-16T18:05:58.182" v="52" actId="20577"/>
          <ac:spMkLst>
            <pc:docMk/>
            <pc:sldMk cId="1833219958" sldId="256"/>
            <ac:spMk id="2" creationId="{AE80B355-8398-D896-DC0B-26C1EF66AD93}"/>
          </ac:spMkLst>
        </pc:spChg>
        <pc:spChg chg="mod">
          <ac:chgData name="Jack Forden" userId="097e3a7e-cd5c-474a-95f0-a72dc440bf11" providerId="ADAL" clId="{8536C8EF-68B2-45FA-AC34-1CAEDABCFC55}" dt="2026-02-16T18:06:16.134" v="118" actId="20577"/>
          <ac:spMkLst>
            <pc:docMk/>
            <pc:sldMk cId="1833219958" sldId="256"/>
            <ac:spMk id="3" creationId="{2F3167CD-A934-4609-8146-3EB7B8F58840}"/>
          </ac:spMkLst>
        </pc:spChg>
      </pc:sldChg>
      <pc:sldChg chg="modSp new mod">
        <pc:chgData name="Jack Forden" userId="097e3a7e-cd5c-474a-95f0-a72dc440bf11" providerId="ADAL" clId="{8536C8EF-68B2-45FA-AC34-1CAEDABCFC55}" dt="2026-02-16T18:17:43.442" v="1626" actId="27636"/>
        <pc:sldMkLst>
          <pc:docMk/>
          <pc:sldMk cId="2260815340" sldId="257"/>
        </pc:sldMkLst>
        <pc:spChg chg="mod">
          <ac:chgData name="Jack Forden" userId="097e3a7e-cd5c-474a-95f0-a72dc440bf11" providerId="ADAL" clId="{8536C8EF-68B2-45FA-AC34-1CAEDABCFC55}" dt="2026-02-16T18:06:58.399" v="136" actId="20577"/>
          <ac:spMkLst>
            <pc:docMk/>
            <pc:sldMk cId="2260815340" sldId="257"/>
            <ac:spMk id="2" creationId="{210E16FF-86AF-BF33-8DBB-8C9244BF7CB2}"/>
          </ac:spMkLst>
        </pc:spChg>
        <pc:spChg chg="mod">
          <ac:chgData name="Jack Forden" userId="097e3a7e-cd5c-474a-95f0-a72dc440bf11" providerId="ADAL" clId="{8536C8EF-68B2-45FA-AC34-1CAEDABCFC55}" dt="2026-02-16T18:17:43.442" v="1626" actId="27636"/>
          <ac:spMkLst>
            <pc:docMk/>
            <pc:sldMk cId="2260815340" sldId="257"/>
            <ac:spMk id="3" creationId="{3F24485B-4D89-8759-D030-42D565D1F59C}"/>
          </ac:spMkLst>
        </pc:spChg>
      </pc:sldChg>
      <pc:sldChg chg="modSp new mod">
        <pc:chgData name="Jack Forden" userId="097e3a7e-cd5c-474a-95f0-a72dc440bf11" providerId="ADAL" clId="{8536C8EF-68B2-45FA-AC34-1CAEDABCFC55}" dt="2026-02-23T17:22:00.621" v="14739" actId="20577"/>
        <pc:sldMkLst>
          <pc:docMk/>
          <pc:sldMk cId="4048767429" sldId="258"/>
        </pc:sldMkLst>
        <pc:spChg chg="mod">
          <ac:chgData name="Jack Forden" userId="097e3a7e-cd5c-474a-95f0-a72dc440bf11" providerId="ADAL" clId="{8536C8EF-68B2-45FA-AC34-1CAEDABCFC55}" dt="2026-02-16T18:11:12.849" v="1129" actId="20577"/>
          <ac:spMkLst>
            <pc:docMk/>
            <pc:sldMk cId="4048767429" sldId="258"/>
            <ac:spMk id="2" creationId="{C63094C1-D721-62DE-131E-BAEC42035722}"/>
          </ac:spMkLst>
        </pc:spChg>
        <pc:spChg chg="mod">
          <ac:chgData name="Jack Forden" userId="097e3a7e-cd5c-474a-95f0-a72dc440bf11" providerId="ADAL" clId="{8536C8EF-68B2-45FA-AC34-1CAEDABCFC55}" dt="2026-02-23T17:22:00.621" v="14739" actId="20577"/>
          <ac:spMkLst>
            <pc:docMk/>
            <pc:sldMk cId="4048767429" sldId="258"/>
            <ac:spMk id="3" creationId="{7DED984A-3F6E-0A00-22DA-3F5C13E23423}"/>
          </ac:spMkLst>
        </pc:spChg>
      </pc:sldChg>
      <pc:sldChg chg="modSp new mod ord">
        <pc:chgData name="Jack Forden" userId="097e3a7e-cd5c-474a-95f0-a72dc440bf11" providerId="ADAL" clId="{8536C8EF-68B2-45FA-AC34-1CAEDABCFC55}" dt="2026-02-23T17:49:15.373" v="16260"/>
        <pc:sldMkLst>
          <pc:docMk/>
          <pc:sldMk cId="2019906493" sldId="259"/>
        </pc:sldMkLst>
        <pc:spChg chg="mod">
          <ac:chgData name="Jack Forden" userId="097e3a7e-cd5c-474a-95f0-a72dc440bf11" providerId="ADAL" clId="{8536C8EF-68B2-45FA-AC34-1CAEDABCFC55}" dt="2026-02-16T19:06:57.410" v="5888" actId="20577"/>
          <ac:spMkLst>
            <pc:docMk/>
            <pc:sldMk cId="2019906493" sldId="259"/>
            <ac:spMk id="2" creationId="{EC2288A9-A0BE-BB24-ECAC-B116D78A49AF}"/>
          </ac:spMkLst>
        </pc:spChg>
        <pc:spChg chg="mod">
          <ac:chgData name="Jack Forden" userId="097e3a7e-cd5c-474a-95f0-a72dc440bf11" providerId="ADAL" clId="{8536C8EF-68B2-45FA-AC34-1CAEDABCFC55}" dt="2026-02-16T19:03:44.427" v="5855" actId="20577"/>
          <ac:spMkLst>
            <pc:docMk/>
            <pc:sldMk cId="2019906493" sldId="259"/>
            <ac:spMk id="3" creationId="{3FE74B0E-61EF-DBE8-9479-CAD4E2EA1A76}"/>
          </ac:spMkLst>
        </pc:spChg>
      </pc:sldChg>
      <pc:sldChg chg="modSp new mod">
        <pc:chgData name="Jack Forden" userId="097e3a7e-cd5c-474a-95f0-a72dc440bf11" providerId="ADAL" clId="{8536C8EF-68B2-45FA-AC34-1CAEDABCFC55}" dt="2026-02-23T17:25:11.640" v="14999" actId="113"/>
        <pc:sldMkLst>
          <pc:docMk/>
          <pc:sldMk cId="849563825" sldId="260"/>
        </pc:sldMkLst>
        <pc:spChg chg="mod">
          <ac:chgData name="Jack Forden" userId="097e3a7e-cd5c-474a-95f0-a72dc440bf11" providerId="ADAL" clId="{8536C8EF-68B2-45FA-AC34-1CAEDABCFC55}" dt="2026-02-16T18:28:17.718" v="2296" actId="20577"/>
          <ac:spMkLst>
            <pc:docMk/>
            <pc:sldMk cId="849563825" sldId="260"/>
            <ac:spMk id="2" creationId="{11356B2B-0758-FA29-F394-DC0AFCF8A992}"/>
          </ac:spMkLst>
        </pc:spChg>
        <pc:spChg chg="mod">
          <ac:chgData name="Jack Forden" userId="097e3a7e-cd5c-474a-95f0-a72dc440bf11" providerId="ADAL" clId="{8536C8EF-68B2-45FA-AC34-1CAEDABCFC55}" dt="2026-02-23T17:25:11.640" v="14999" actId="113"/>
          <ac:spMkLst>
            <pc:docMk/>
            <pc:sldMk cId="849563825" sldId="260"/>
            <ac:spMk id="3" creationId="{4F5D3B96-ED12-F718-1C18-363DAC7C6063}"/>
          </ac:spMkLst>
        </pc:spChg>
      </pc:sldChg>
      <pc:sldChg chg="addSp modSp new mod">
        <pc:chgData name="Jack Forden" userId="097e3a7e-cd5c-474a-95f0-a72dc440bf11" providerId="ADAL" clId="{8536C8EF-68B2-45FA-AC34-1CAEDABCFC55}" dt="2026-02-23T17:40:32.669" v="16257" actId="1076"/>
        <pc:sldMkLst>
          <pc:docMk/>
          <pc:sldMk cId="1632772578" sldId="261"/>
        </pc:sldMkLst>
        <pc:spChg chg="mod">
          <ac:chgData name="Jack Forden" userId="097e3a7e-cd5c-474a-95f0-a72dc440bf11" providerId="ADAL" clId="{8536C8EF-68B2-45FA-AC34-1CAEDABCFC55}" dt="2026-02-16T18:34:44.509" v="3251" actId="20577"/>
          <ac:spMkLst>
            <pc:docMk/>
            <pc:sldMk cId="1632772578" sldId="261"/>
            <ac:spMk id="2" creationId="{77E519DA-9643-03B4-709B-B94E975280E8}"/>
          </ac:spMkLst>
        </pc:spChg>
        <pc:spChg chg="mod">
          <ac:chgData name="Jack Forden" userId="097e3a7e-cd5c-474a-95f0-a72dc440bf11" providerId="ADAL" clId="{8536C8EF-68B2-45FA-AC34-1CAEDABCFC55}" dt="2026-02-23T17:40:21.252" v="16254" actId="20577"/>
          <ac:spMkLst>
            <pc:docMk/>
            <pc:sldMk cId="1632772578" sldId="261"/>
            <ac:spMk id="3" creationId="{76F7E225-B33B-373F-E637-F25496D3FAB9}"/>
          </ac:spMkLst>
        </pc:spChg>
        <pc:picChg chg="add mod">
          <ac:chgData name="Jack Forden" userId="097e3a7e-cd5c-474a-95f0-a72dc440bf11" providerId="ADAL" clId="{8536C8EF-68B2-45FA-AC34-1CAEDABCFC55}" dt="2026-02-23T17:40:32.669" v="16257" actId="1076"/>
          <ac:picMkLst>
            <pc:docMk/>
            <pc:sldMk cId="1632772578" sldId="261"/>
            <ac:picMk id="3074" creationId="{1AE26476-7F49-C688-C32F-B46891EBB851}"/>
          </ac:picMkLst>
        </pc:picChg>
      </pc:sldChg>
      <pc:sldChg chg="addSp modSp new mod">
        <pc:chgData name="Jack Forden" userId="097e3a7e-cd5c-474a-95f0-a72dc440bf11" providerId="ADAL" clId="{8536C8EF-68B2-45FA-AC34-1CAEDABCFC55}" dt="2026-02-16T18:51:15.393" v="4425" actId="1076"/>
        <pc:sldMkLst>
          <pc:docMk/>
          <pc:sldMk cId="1130187942" sldId="262"/>
        </pc:sldMkLst>
        <pc:spChg chg="mod">
          <ac:chgData name="Jack Forden" userId="097e3a7e-cd5c-474a-95f0-a72dc440bf11" providerId="ADAL" clId="{8536C8EF-68B2-45FA-AC34-1CAEDABCFC55}" dt="2026-02-16T18:41:45.793" v="3664" actId="20577"/>
          <ac:spMkLst>
            <pc:docMk/>
            <pc:sldMk cId="1130187942" sldId="262"/>
            <ac:spMk id="2" creationId="{55029B76-613E-BD5D-83A1-DBE0352F9227}"/>
          </ac:spMkLst>
        </pc:spChg>
        <pc:spChg chg="mod">
          <ac:chgData name="Jack Forden" userId="097e3a7e-cd5c-474a-95f0-a72dc440bf11" providerId="ADAL" clId="{8536C8EF-68B2-45FA-AC34-1CAEDABCFC55}" dt="2026-02-16T18:50:35.697" v="4421" actId="20577"/>
          <ac:spMkLst>
            <pc:docMk/>
            <pc:sldMk cId="1130187942" sldId="262"/>
            <ac:spMk id="3" creationId="{834FB703-D221-7715-3CED-67F6D9FC8A96}"/>
          </ac:spMkLst>
        </pc:spChg>
        <pc:picChg chg="add mod">
          <ac:chgData name="Jack Forden" userId="097e3a7e-cd5c-474a-95f0-a72dc440bf11" providerId="ADAL" clId="{8536C8EF-68B2-45FA-AC34-1CAEDABCFC55}" dt="2026-02-16T18:51:15.393" v="4425" actId="1076"/>
          <ac:picMkLst>
            <pc:docMk/>
            <pc:sldMk cId="1130187942" sldId="262"/>
            <ac:picMk id="1028" creationId="{05C42511-F8AA-20DE-41A0-EF89584F874B}"/>
          </ac:picMkLst>
        </pc:picChg>
      </pc:sldChg>
      <pc:sldChg chg="modSp new del mod">
        <pc:chgData name="Jack Forden" userId="097e3a7e-cd5c-474a-95f0-a72dc440bf11" providerId="ADAL" clId="{8536C8EF-68B2-45FA-AC34-1CAEDABCFC55}" dt="2026-02-23T19:22:49.736" v="19283" actId="47"/>
        <pc:sldMkLst>
          <pc:docMk/>
          <pc:sldMk cId="131889893" sldId="263"/>
        </pc:sldMkLst>
        <pc:spChg chg="mod">
          <ac:chgData name="Jack Forden" userId="097e3a7e-cd5c-474a-95f0-a72dc440bf11" providerId="ADAL" clId="{8536C8EF-68B2-45FA-AC34-1CAEDABCFC55}" dt="2026-02-23T18:38:32.916" v="18188" actId="20577"/>
          <ac:spMkLst>
            <pc:docMk/>
            <pc:sldMk cId="131889893" sldId="263"/>
            <ac:spMk id="2" creationId="{5C6B61F5-C22A-1086-BA64-200313B3D6FE}"/>
          </ac:spMkLst>
        </pc:spChg>
        <pc:spChg chg="mod">
          <ac:chgData name="Jack Forden" userId="097e3a7e-cd5c-474a-95f0-a72dc440bf11" providerId="ADAL" clId="{8536C8EF-68B2-45FA-AC34-1CAEDABCFC55}" dt="2026-02-23T18:38:51.965" v="18247" actId="20577"/>
          <ac:spMkLst>
            <pc:docMk/>
            <pc:sldMk cId="131889893" sldId="263"/>
            <ac:spMk id="3" creationId="{D63242B0-7662-3E63-367F-52C01C67C7AA}"/>
          </ac:spMkLst>
        </pc:spChg>
      </pc:sldChg>
      <pc:sldChg chg="modSp add mod">
        <pc:chgData name="Jack Forden" userId="097e3a7e-cd5c-474a-95f0-a72dc440bf11" providerId="ADAL" clId="{8536C8EF-68B2-45FA-AC34-1CAEDABCFC55}" dt="2026-02-16T19:32:40.261" v="7253" actId="20577"/>
        <pc:sldMkLst>
          <pc:docMk/>
          <pc:sldMk cId="1990508887" sldId="264"/>
        </pc:sldMkLst>
        <pc:spChg chg="mod">
          <ac:chgData name="Jack Forden" userId="097e3a7e-cd5c-474a-95f0-a72dc440bf11" providerId="ADAL" clId="{8536C8EF-68B2-45FA-AC34-1CAEDABCFC55}" dt="2026-02-16T19:11:14.200" v="6493" actId="20577"/>
          <ac:spMkLst>
            <pc:docMk/>
            <pc:sldMk cId="1990508887" sldId="264"/>
            <ac:spMk id="2" creationId="{C22C7017-ABF6-41D6-966C-BB26D5D16E97}"/>
          </ac:spMkLst>
        </pc:spChg>
        <pc:spChg chg="mod">
          <ac:chgData name="Jack Forden" userId="097e3a7e-cd5c-474a-95f0-a72dc440bf11" providerId="ADAL" clId="{8536C8EF-68B2-45FA-AC34-1CAEDABCFC55}" dt="2026-02-16T19:32:40.261" v="7253" actId="20577"/>
          <ac:spMkLst>
            <pc:docMk/>
            <pc:sldMk cId="1990508887" sldId="264"/>
            <ac:spMk id="3" creationId="{6AF7B979-6DA8-4072-2A26-391F38E1093D}"/>
          </ac:spMkLst>
        </pc:spChg>
      </pc:sldChg>
      <pc:sldChg chg="modSp new mod">
        <pc:chgData name="Jack Forden" userId="097e3a7e-cd5c-474a-95f0-a72dc440bf11" providerId="ADAL" clId="{8536C8EF-68B2-45FA-AC34-1CAEDABCFC55}" dt="2026-02-16T19:40:17.669" v="8205" actId="20577"/>
        <pc:sldMkLst>
          <pc:docMk/>
          <pc:sldMk cId="1805302106" sldId="265"/>
        </pc:sldMkLst>
        <pc:spChg chg="mod">
          <ac:chgData name="Jack Forden" userId="097e3a7e-cd5c-474a-95f0-a72dc440bf11" providerId="ADAL" clId="{8536C8EF-68B2-45FA-AC34-1CAEDABCFC55}" dt="2026-02-16T19:33:12.005" v="7276" actId="20577"/>
          <ac:spMkLst>
            <pc:docMk/>
            <pc:sldMk cId="1805302106" sldId="265"/>
            <ac:spMk id="2" creationId="{99DB33B4-AA5D-E310-CC45-437DF105D6F2}"/>
          </ac:spMkLst>
        </pc:spChg>
        <pc:spChg chg="mod">
          <ac:chgData name="Jack Forden" userId="097e3a7e-cd5c-474a-95f0-a72dc440bf11" providerId="ADAL" clId="{8536C8EF-68B2-45FA-AC34-1CAEDABCFC55}" dt="2026-02-16T19:40:17.669" v="8205" actId="20577"/>
          <ac:spMkLst>
            <pc:docMk/>
            <pc:sldMk cId="1805302106" sldId="265"/>
            <ac:spMk id="3" creationId="{21B90FF6-9487-E5A4-6E86-8611B53DE8D3}"/>
          </ac:spMkLst>
        </pc:spChg>
      </pc:sldChg>
      <pc:sldChg chg="modSp new mod">
        <pc:chgData name="Jack Forden" userId="097e3a7e-cd5c-474a-95f0-a72dc440bf11" providerId="ADAL" clId="{8536C8EF-68B2-45FA-AC34-1CAEDABCFC55}" dt="2026-02-16T19:47:45.953" v="9158" actId="20577"/>
        <pc:sldMkLst>
          <pc:docMk/>
          <pc:sldMk cId="1018122849" sldId="266"/>
        </pc:sldMkLst>
        <pc:spChg chg="mod">
          <ac:chgData name="Jack Forden" userId="097e3a7e-cd5c-474a-95f0-a72dc440bf11" providerId="ADAL" clId="{8536C8EF-68B2-45FA-AC34-1CAEDABCFC55}" dt="2026-02-16T19:47:45.953" v="9158" actId="20577"/>
          <ac:spMkLst>
            <pc:docMk/>
            <pc:sldMk cId="1018122849" sldId="266"/>
            <ac:spMk id="2" creationId="{C245B8A9-E4F7-52AF-3B3A-560043A9F728}"/>
          </ac:spMkLst>
        </pc:spChg>
        <pc:spChg chg="mod">
          <ac:chgData name="Jack Forden" userId="097e3a7e-cd5c-474a-95f0-a72dc440bf11" providerId="ADAL" clId="{8536C8EF-68B2-45FA-AC34-1CAEDABCFC55}" dt="2026-02-16T19:47:37.832" v="9138" actId="20577"/>
          <ac:spMkLst>
            <pc:docMk/>
            <pc:sldMk cId="1018122849" sldId="266"/>
            <ac:spMk id="3" creationId="{2B91FE55-CEFB-712D-A103-CE0511220255}"/>
          </ac:spMkLst>
        </pc:spChg>
      </pc:sldChg>
      <pc:sldChg chg="modSp new mod">
        <pc:chgData name="Jack Forden" userId="097e3a7e-cd5c-474a-95f0-a72dc440bf11" providerId="ADAL" clId="{8536C8EF-68B2-45FA-AC34-1CAEDABCFC55}" dt="2026-02-16T19:49:25.548" v="9593" actId="20577"/>
        <pc:sldMkLst>
          <pc:docMk/>
          <pc:sldMk cId="480047189" sldId="267"/>
        </pc:sldMkLst>
        <pc:spChg chg="mod">
          <ac:chgData name="Jack Forden" userId="097e3a7e-cd5c-474a-95f0-a72dc440bf11" providerId="ADAL" clId="{8536C8EF-68B2-45FA-AC34-1CAEDABCFC55}" dt="2026-02-16T19:47:52.060" v="9186" actId="20577"/>
          <ac:spMkLst>
            <pc:docMk/>
            <pc:sldMk cId="480047189" sldId="267"/>
            <ac:spMk id="2" creationId="{449C8953-7F1D-E847-7A3D-6A8196621A9C}"/>
          </ac:spMkLst>
        </pc:spChg>
        <pc:spChg chg="mod">
          <ac:chgData name="Jack Forden" userId="097e3a7e-cd5c-474a-95f0-a72dc440bf11" providerId="ADAL" clId="{8536C8EF-68B2-45FA-AC34-1CAEDABCFC55}" dt="2026-02-16T19:49:25.548" v="9593" actId="20577"/>
          <ac:spMkLst>
            <pc:docMk/>
            <pc:sldMk cId="480047189" sldId="267"/>
            <ac:spMk id="3" creationId="{F9456E09-6204-B77C-DB53-9758830D6EE7}"/>
          </ac:spMkLst>
        </pc:spChg>
      </pc:sldChg>
      <pc:sldChg chg="modSp new mod">
        <pc:chgData name="Jack Forden" userId="097e3a7e-cd5c-474a-95f0-a72dc440bf11" providerId="ADAL" clId="{8536C8EF-68B2-45FA-AC34-1CAEDABCFC55}" dt="2026-02-16T20:10:01.648" v="10046" actId="20577"/>
        <pc:sldMkLst>
          <pc:docMk/>
          <pc:sldMk cId="653827448" sldId="268"/>
        </pc:sldMkLst>
        <pc:spChg chg="mod">
          <ac:chgData name="Jack Forden" userId="097e3a7e-cd5c-474a-95f0-a72dc440bf11" providerId="ADAL" clId="{8536C8EF-68B2-45FA-AC34-1CAEDABCFC55}" dt="2026-02-16T20:03:07.751" v="9647" actId="20577"/>
          <ac:spMkLst>
            <pc:docMk/>
            <pc:sldMk cId="653827448" sldId="268"/>
            <ac:spMk id="2" creationId="{0E7DBC3D-E9A9-3678-5BF7-42F74C8DAAD2}"/>
          </ac:spMkLst>
        </pc:spChg>
        <pc:spChg chg="mod">
          <ac:chgData name="Jack Forden" userId="097e3a7e-cd5c-474a-95f0-a72dc440bf11" providerId="ADAL" clId="{8536C8EF-68B2-45FA-AC34-1CAEDABCFC55}" dt="2026-02-16T20:10:01.648" v="10046" actId="20577"/>
          <ac:spMkLst>
            <pc:docMk/>
            <pc:sldMk cId="653827448" sldId="268"/>
            <ac:spMk id="3" creationId="{C42DEB41-91FE-F122-EDF4-650944DF94C1}"/>
          </ac:spMkLst>
        </pc:spChg>
      </pc:sldChg>
      <pc:sldChg chg="modSp new mod">
        <pc:chgData name="Jack Forden" userId="097e3a7e-cd5c-474a-95f0-a72dc440bf11" providerId="ADAL" clId="{8536C8EF-68B2-45FA-AC34-1CAEDABCFC55}" dt="2026-02-16T20:16:04.098" v="10468" actId="27636"/>
        <pc:sldMkLst>
          <pc:docMk/>
          <pc:sldMk cId="3294972880" sldId="269"/>
        </pc:sldMkLst>
        <pc:spChg chg="mod">
          <ac:chgData name="Jack Forden" userId="097e3a7e-cd5c-474a-95f0-a72dc440bf11" providerId="ADAL" clId="{8536C8EF-68B2-45FA-AC34-1CAEDABCFC55}" dt="2026-02-16T20:10:37.365" v="10125" actId="20577"/>
          <ac:spMkLst>
            <pc:docMk/>
            <pc:sldMk cId="3294972880" sldId="269"/>
            <ac:spMk id="2" creationId="{71240C95-24E4-5251-6EAE-8D08AB5187E6}"/>
          </ac:spMkLst>
        </pc:spChg>
        <pc:spChg chg="mod">
          <ac:chgData name="Jack Forden" userId="097e3a7e-cd5c-474a-95f0-a72dc440bf11" providerId="ADAL" clId="{8536C8EF-68B2-45FA-AC34-1CAEDABCFC55}" dt="2026-02-16T20:16:04.098" v="10468" actId="27636"/>
          <ac:spMkLst>
            <pc:docMk/>
            <pc:sldMk cId="3294972880" sldId="269"/>
            <ac:spMk id="3" creationId="{B8E35FEE-2EF2-4C12-4E6C-53B47F75BDF0}"/>
          </ac:spMkLst>
        </pc:spChg>
      </pc:sldChg>
      <pc:sldChg chg="modSp new mod">
        <pc:chgData name="Jack Forden" userId="097e3a7e-cd5c-474a-95f0-a72dc440bf11" providerId="ADAL" clId="{8536C8EF-68B2-45FA-AC34-1CAEDABCFC55}" dt="2026-02-16T20:19:45.028" v="10810" actId="27636"/>
        <pc:sldMkLst>
          <pc:docMk/>
          <pc:sldMk cId="977870009" sldId="270"/>
        </pc:sldMkLst>
        <pc:spChg chg="mod">
          <ac:chgData name="Jack Forden" userId="097e3a7e-cd5c-474a-95f0-a72dc440bf11" providerId="ADAL" clId="{8536C8EF-68B2-45FA-AC34-1CAEDABCFC55}" dt="2026-02-16T20:17:22.663" v="10487" actId="20577"/>
          <ac:spMkLst>
            <pc:docMk/>
            <pc:sldMk cId="977870009" sldId="270"/>
            <ac:spMk id="2" creationId="{86ADE357-35E0-D60B-8AD5-03AC82F0538B}"/>
          </ac:spMkLst>
        </pc:spChg>
        <pc:spChg chg="mod">
          <ac:chgData name="Jack Forden" userId="097e3a7e-cd5c-474a-95f0-a72dc440bf11" providerId="ADAL" clId="{8536C8EF-68B2-45FA-AC34-1CAEDABCFC55}" dt="2026-02-16T20:19:45.028" v="10810" actId="27636"/>
          <ac:spMkLst>
            <pc:docMk/>
            <pc:sldMk cId="977870009" sldId="270"/>
            <ac:spMk id="3" creationId="{87E7695B-2831-E91D-B97A-75FEFF1DD22E}"/>
          </ac:spMkLst>
        </pc:spChg>
      </pc:sldChg>
      <pc:sldChg chg="modSp new mod">
        <pc:chgData name="Jack Forden" userId="097e3a7e-cd5c-474a-95f0-a72dc440bf11" providerId="ADAL" clId="{8536C8EF-68B2-45FA-AC34-1CAEDABCFC55}" dt="2026-02-16T20:31:05.707" v="11371" actId="20577"/>
        <pc:sldMkLst>
          <pc:docMk/>
          <pc:sldMk cId="1826720779" sldId="271"/>
        </pc:sldMkLst>
        <pc:spChg chg="mod">
          <ac:chgData name="Jack Forden" userId="097e3a7e-cd5c-474a-95f0-a72dc440bf11" providerId="ADAL" clId="{8536C8EF-68B2-45FA-AC34-1CAEDABCFC55}" dt="2026-02-16T20:20:01.123" v="10841" actId="20577"/>
          <ac:spMkLst>
            <pc:docMk/>
            <pc:sldMk cId="1826720779" sldId="271"/>
            <ac:spMk id="2" creationId="{48098264-B502-1E4C-607C-C4BD7868F1CF}"/>
          </ac:spMkLst>
        </pc:spChg>
        <pc:spChg chg="mod">
          <ac:chgData name="Jack Forden" userId="097e3a7e-cd5c-474a-95f0-a72dc440bf11" providerId="ADAL" clId="{8536C8EF-68B2-45FA-AC34-1CAEDABCFC55}" dt="2026-02-16T20:31:05.707" v="11371" actId="20577"/>
          <ac:spMkLst>
            <pc:docMk/>
            <pc:sldMk cId="1826720779" sldId="271"/>
            <ac:spMk id="3" creationId="{885A1373-E0BF-ECB9-2AA7-E34D1A2B9DA2}"/>
          </ac:spMkLst>
        </pc:spChg>
      </pc:sldChg>
      <pc:sldChg chg="modSp new mod">
        <pc:chgData name="Jack Forden" userId="097e3a7e-cd5c-474a-95f0-a72dc440bf11" providerId="ADAL" clId="{8536C8EF-68B2-45FA-AC34-1CAEDABCFC55}" dt="2026-02-16T22:02:56.912" v="12092" actId="20577"/>
        <pc:sldMkLst>
          <pc:docMk/>
          <pc:sldMk cId="3521422569" sldId="272"/>
        </pc:sldMkLst>
        <pc:spChg chg="mod">
          <ac:chgData name="Jack Forden" userId="097e3a7e-cd5c-474a-95f0-a72dc440bf11" providerId="ADAL" clId="{8536C8EF-68B2-45FA-AC34-1CAEDABCFC55}" dt="2026-02-16T20:31:37.919" v="11397" actId="20577"/>
          <ac:spMkLst>
            <pc:docMk/>
            <pc:sldMk cId="3521422569" sldId="272"/>
            <ac:spMk id="2" creationId="{F2724F1F-09C1-3D95-8604-24A6540E59A1}"/>
          </ac:spMkLst>
        </pc:spChg>
        <pc:spChg chg="mod">
          <ac:chgData name="Jack Forden" userId="097e3a7e-cd5c-474a-95f0-a72dc440bf11" providerId="ADAL" clId="{8536C8EF-68B2-45FA-AC34-1CAEDABCFC55}" dt="2026-02-16T22:02:56.912" v="12092" actId="20577"/>
          <ac:spMkLst>
            <pc:docMk/>
            <pc:sldMk cId="3521422569" sldId="272"/>
            <ac:spMk id="3" creationId="{87EBFFA3-C4C4-9042-5EBA-3A57BA8AC8C7}"/>
          </ac:spMkLst>
        </pc:spChg>
      </pc:sldChg>
      <pc:sldChg chg="modSp new mod">
        <pc:chgData name="Jack Forden" userId="097e3a7e-cd5c-474a-95f0-a72dc440bf11" providerId="ADAL" clId="{8536C8EF-68B2-45FA-AC34-1CAEDABCFC55}" dt="2026-02-16T22:14:29.708" v="12118" actId="20577"/>
        <pc:sldMkLst>
          <pc:docMk/>
          <pc:sldMk cId="2945874764" sldId="273"/>
        </pc:sldMkLst>
        <pc:spChg chg="mod">
          <ac:chgData name="Jack Forden" userId="097e3a7e-cd5c-474a-95f0-a72dc440bf11" providerId="ADAL" clId="{8536C8EF-68B2-45FA-AC34-1CAEDABCFC55}" dt="2026-02-16T22:14:29.708" v="12118" actId="20577"/>
          <ac:spMkLst>
            <pc:docMk/>
            <pc:sldMk cId="2945874764" sldId="273"/>
            <ac:spMk id="2" creationId="{E163ECA6-FD8A-F554-EC10-9F4C9D64743C}"/>
          </ac:spMkLst>
        </pc:spChg>
      </pc:sldChg>
      <pc:sldChg chg="modSp new mod">
        <pc:chgData name="Jack Forden" userId="097e3a7e-cd5c-474a-95f0-a72dc440bf11" providerId="ADAL" clId="{8536C8EF-68B2-45FA-AC34-1CAEDABCFC55}" dt="2026-02-23T14:55:04.594" v="12768" actId="14"/>
        <pc:sldMkLst>
          <pc:docMk/>
          <pc:sldMk cId="365413388" sldId="274"/>
        </pc:sldMkLst>
        <pc:spChg chg="mod">
          <ac:chgData name="Jack Forden" userId="097e3a7e-cd5c-474a-95f0-a72dc440bf11" providerId="ADAL" clId="{8536C8EF-68B2-45FA-AC34-1CAEDABCFC55}" dt="2026-02-23T14:49:55.791" v="12152" actId="20577"/>
          <ac:spMkLst>
            <pc:docMk/>
            <pc:sldMk cId="365413388" sldId="274"/>
            <ac:spMk id="2" creationId="{B8D2ACAE-F6F5-AA0B-D91E-CF4BD16614EA}"/>
          </ac:spMkLst>
        </pc:spChg>
        <pc:spChg chg="mod">
          <ac:chgData name="Jack Forden" userId="097e3a7e-cd5c-474a-95f0-a72dc440bf11" providerId="ADAL" clId="{8536C8EF-68B2-45FA-AC34-1CAEDABCFC55}" dt="2026-02-23T14:55:04.594" v="12768" actId="14"/>
          <ac:spMkLst>
            <pc:docMk/>
            <pc:sldMk cId="365413388" sldId="274"/>
            <ac:spMk id="3" creationId="{DD0853E8-3AB4-FECC-EDDE-488D8343EBA2}"/>
          </ac:spMkLst>
        </pc:spChg>
      </pc:sldChg>
      <pc:sldChg chg="modSp new mod">
        <pc:chgData name="Jack Forden" userId="097e3a7e-cd5c-474a-95f0-a72dc440bf11" providerId="ADAL" clId="{8536C8EF-68B2-45FA-AC34-1CAEDABCFC55}" dt="2026-02-23T17:12:22.531" v="13643" actId="20577"/>
        <pc:sldMkLst>
          <pc:docMk/>
          <pc:sldMk cId="22295154" sldId="275"/>
        </pc:sldMkLst>
        <pc:spChg chg="mod">
          <ac:chgData name="Jack Forden" userId="097e3a7e-cd5c-474a-95f0-a72dc440bf11" providerId="ADAL" clId="{8536C8EF-68B2-45FA-AC34-1CAEDABCFC55}" dt="2026-02-23T14:55:50.018" v="12809" actId="20577"/>
          <ac:spMkLst>
            <pc:docMk/>
            <pc:sldMk cId="22295154" sldId="275"/>
            <ac:spMk id="2" creationId="{EC8BD8FF-E533-BF98-7010-503730F7D631}"/>
          </ac:spMkLst>
        </pc:spChg>
        <pc:spChg chg="mod">
          <ac:chgData name="Jack Forden" userId="097e3a7e-cd5c-474a-95f0-a72dc440bf11" providerId="ADAL" clId="{8536C8EF-68B2-45FA-AC34-1CAEDABCFC55}" dt="2026-02-23T17:12:22.531" v="13643" actId="20577"/>
          <ac:spMkLst>
            <pc:docMk/>
            <pc:sldMk cId="22295154" sldId="275"/>
            <ac:spMk id="3" creationId="{D2C94460-F917-61D1-AD40-C56289888ED1}"/>
          </ac:spMkLst>
        </pc:spChg>
      </pc:sldChg>
      <pc:sldChg chg="modSp new mod">
        <pc:chgData name="Jack Forden" userId="097e3a7e-cd5c-474a-95f0-a72dc440bf11" providerId="ADAL" clId="{8536C8EF-68B2-45FA-AC34-1CAEDABCFC55}" dt="2026-02-23T17:19:49.349" v="14727" actId="20577"/>
        <pc:sldMkLst>
          <pc:docMk/>
          <pc:sldMk cId="606047233" sldId="276"/>
        </pc:sldMkLst>
        <pc:spChg chg="mod">
          <ac:chgData name="Jack Forden" userId="097e3a7e-cd5c-474a-95f0-a72dc440bf11" providerId="ADAL" clId="{8536C8EF-68B2-45FA-AC34-1CAEDABCFC55}" dt="2026-02-23T17:15:35.060" v="13695"/>
          <ac:spMkLst>
            <pc:docMk/>
            <pc:sldMk cId="606047233" sldId="276"/>
            <ac:spMk id="2" creationId="{1699B9AD-F8DD-3CF9-E2BC-A43A39D14DEB}"/>
          </ac:spMkLst>
        </pc:spChg>
        <pc:spChg chg="mod">
          <ac:chgData name="Jack Forden" userId="097e3a7e-cd5c-474a-95f0-a72dc440bf11" providerId="ADAL" clId="{8536C8EF-68B2-45FA-AC34-1CAEDABCFC55}" dt="2026-02-23T17:19:49.349" v="14727" actId="20577"/>
          <ac:spMkLst>
            <pc:docMk/>
            <pc:sldMk cId="606047233" sldId="276"/>
            <ac:spMk id="3" creationId="{C5DF8EF7-11AC-6FA0-1C5C-0FBC7483746B}"/>
          </ac:spMkLst>
        </pc:spChg>
      </pc:sldChg>
      <pc:sldChg chg="modSp new del mod">
        <pc:chgData name="Jack Forden" userId="097e3a7e-cd5c-474a-95f0-a72dc440bf11" providerId="ADAL" clId="{8536C8EF-68B2-45FA-AC34-1CAEDABCFC55}" dt="2026-02-23T17:11:56.324" v="13570" actId="47"/>
        <pc:sldMkLst>
          <pc:docMk/>
          <pc:sldMk cId="1668326460" sldId="276"/>
        </pc:sldMkLst>
        <pc:spChg chg="mod">
          <ac:chgData name="Jack Forden" userId="097e3a7e-cd5c-474a-95f0-a72dc440bf11" providerId="ADAL" clId="{8536C8EF-68B2-45FA-AC34-1CAEDABCFC55}" dt="2026-02-23T17:00:02.581" v="13476" actId="20577"/>
          <ac:spMkLst>
            <pc:docMk/>
            <pc:sldMk cId="1668326460" sldId="276"/>
            <ac:spMk id="2" creationId="{C19DEC9A-AE38-9872-52EB-184034ACB8C4}"/>
          </ac:spMkLst>
        </pc:spChg>
        <pc:spChg chg="mod">
          <ac:chgData name="Jack Forden" userId="097e3a7e-cd5c-474a-95f0-a72dc440bf11" providerId="ADAL" clId="{8536C8EF-68B2-45FA-AC34-1CAEDABCFC55}" dt="2026-02-23T17:01:32.951" v="13569" actId="20577"/>
          <ac:spMkLst>
            <pc:docMk/>
            <pc:sldMk cId="1668326460" sldId="276"/>
            <ac:spMk id="3" creationId="{1CF96DFE-3BB2-A792-8D04-453ADF9C81FE}"/>
          </ac:spMkLst>
        </pc:spChg>
      </pc:sldChg>
      <pc:sldChg chg="modSp new del mod">
        <pc:chgData name="Jack Forden" userId="097e3a7e-cd5c-474a-95f0-a72dc440bf11" providerId="ADAL" clId="{8536C8EF-68B2-45FA-AC34-1CAEDABCFC55}" dt="2026-02-23T17:21:15.552" v="14734" actId="47"/>
        <pc:sldMkLst>
          <pc:docMk/>
          <pc:sldMk cId="111936319" sldId="277"/>
        </pc:sldMkLst>
        <pc:spChg chg="mod">
          <ac:chgData name="Jack Forden" userId="097e3a7e-cd5c-474a-95f0-a72dc440bf11" providerId="ADAL" clId="{8536C8EF-68B2-45FA-AC34-1CAEDABCFC55}" dt="2026-02-23T17:20:42.354" v="14733" actId="20577"/>
          <ac:spMkLst>
            <pc:docMk/>
            <pc:sldMk cId="111936319" sldId="277"/>
            <ac:spMk id="2" creationId="{E6F51118-8F01-F2C4-0A10-322392F2238D}"/>
          </ac:spMkLst>
        </pc:spChg>
      </pc:sldChg>
      <pc:sldChg chg="addSp modSp new mod">
        <pc:chgData name="Jack Forden" userId="097e3a7e-cd5c-474a-95f0-a72dc440bf11" providerId="ADAL" clId="{8536C8EF-68B2-45FA-AC34-1CAEDABCFC55}" dt="2026-02-23T17:35:17.851" v="15706" actId="113"/>
        <pc:sldMkLst>
          <pc:docMk/>
          <pc:sldMk cId="1642230549" sldId="277"/>
        </pc:sldMkLst>
        <pc:spChg chg="mod">
          <ac:chgData name="Jack Forden" userId="097e3a7e-cd5c-474a-95f0-a72dc440bf11" providerId="ADAL" clId="{8536C8EF-68B2-45FA-AC34-1CAEDABCFC55}" dt="2026-02-23T17:35:17.851" v="15706" actId="113"/>
          <ac:spMkLst>
            <pc:docMk/>
            <pc:sldMk cId="1642230549" sldId="277"/>
            <ac:spMk id="2" creationId="{6FEB0C84-E32D-B61E-1923-C65743A160A5}"/>
          </ac:spMkLst>
        </pc:spChg>
        <pc:spChg chg="mod">
          <ac:chgData name="Jack Forden" userId="097e3a7e-cd5c-474a-95f0-a72dc440bf11" providerId="ADAL" clId="{8536C8EF-68B2-45FA-AC34-1CAEDABCFC55}" dt="2026-02-23T17:34:52.431" v="15705" actId="20577"/>
          <ac:spMkLst>
            <pc:docMk/>
            <pc:sldMk cId="1642230549" sldId="277"/>
            <ac:spMk id="3" creationId="{1A8C5A55-5122-EF90-D8B6-AE33AE22AD31}"/>
          </ac:spMkLst>
        </pc:spChg>
        <pc:picChg chg="add">
          <ac:chgData name="Jack Forden" userId="097e3a7e-cd5c-474a-95f0-a72dc440bf11" providerId="ADAL" clId="{8536C8EF-68B2-45FA-AC34-1CAEDABCFC55}" dt="2026-02-23T17:34:38.847" v="15694"/>
          <ac:picMkLst>
            <pc:docMk/>
            <pc:sldMk cId="1642230549" sldId="277"/>
            <ac:picMk id="1026" creationId="{B6AADFD5-ED2C-376E-9CD1-A7B94B81CA91}"/>
          </ac:picMkLst>
        </pc:picChg>
        <pc:picChg chg="add mod">
          <ac:chgData name="Jack Forden" userId="097e3a7e-cd5c-474a-95f0-a72dc440bf11" providerId="ADAL" clId="{8536C8EF-68B2-45FA-AC34-1CAEDABCFC55}" dt="2026-02-23T17:34:45.537" v="15697" actId="1076"/>
          <ac:picMkLst>
            <pc:docMk/>
            <pc:sldMk cId="1642230549" sldId="277"/>
            <ac:picMk id="1028" creationId="{A0522AA2-915C-E35E-8112-8255BC09F562}"/>
          </ac:picMkLst>
        </pc:picChg>
      </pc:sldChg>
      <pc:sldChg chg="modSp new del">
        <pc:chgData name="Jack Forden" userId="097e3a7e-cd5c-474a-95f0-a72dc440bf11" providerId="ADAL" clId="{8536C8EF-68B2-45FA-AC34-1CAEDABCFC55}" dt="2026-02-23T17:20:27.347" v="14729" actId="47"/>
        <pc:sldMkLst>
          <pc:docMk/>
          <pc:sldMk cId="1748391806" sldId="277"/>
        </pc:sldMkLst>
        <pc:spChg chg="mod">
          <ac:chgData name="Jack Forden" userId="097e3a7e-cd5c-474a-95f0-a72dc440bf11" providerId="ADAL" clId="{8536C8EF-68B2-45FA-AC34-1CAEDABCFC55}" dt="2026-02-23T17:19:55.929" v="14728"/>
          <ac:spMkLst>
            <pc:docMk/>
            <pc:sldMk cId="1748391806" sldId="277"/>
            <ac:spMk id="2" creationId="{4FAB92D5-E489-748F-F197-0D1FEFA70B3A}"/>
          </ac:spMkLst>
        </pc:spChg>
      </pc:sldChg>
      <pc:sldChg chg="addSp delSp modSp new mod">
        <pc:chgData name="Jack Forden" userId="097e3a7e-cd5c-474a-95f0-a72dc440bf11" providerId="ADAL" clId="{8536C8EF-68B2-45FA-AC34-1CAEDABCFC55}" dt="2026-02-23T17:39:18.807" v="16159" actId="20577"/>
        <pc:sldMkLst>
          <pc:docMk/>
          <pc:sldMk cId="346824441" sldId="278"/>
        </pc:sldMkLst>
        <pc:spChg chg="mod">
          <ac:chgData name="Jack Forden" userId="097e3a7e-cd5c-474a-95f0-a72dc440bf11" providerId="ADAL" clId="{8536C8EF-68B2-45FA-AC34-1CAEDABCFC55}" dt="2026-02-23T17:35:59.708" v="15743" actId="20577"/>
          <ac:spMkLst>
            <pc:docMk/>
            <pc:sldMk cId="346824441" sldId="278"/>
            <ac:spMk id="2" creationId="{86C9E8EA-0D69-FC69-5A0F-9D1CA3E64CD6}"/>
          </ac:spMkLst>
        </pc:spChg>
        <pc:spChg chg="add del mod">
          <ac:chgData name="Jack Forden" userId="097e3a7e-cd5c-474a-95f0-a72dc440bf11" providerId="ADAL" clId="{8536C8EF-68B2-45FA-AC34-1CAEDABCFC55}" dt="2026-02-23T17:39:18.807" v="16159" actId="20577"/>
          <ac:spMkLst>
            <pc:docMk/>
            <pc:sldMk cId="346824441" sldId="278"/>
            <ac:spMk id="3" creationId="{886A5F07-9BE3-F113-BC7E-5613FBF8FF8D}"/>
          </ac:spMkLst>
        </pc:spChg>
        <pc:spChg chg="add">
          <ac:chgData name="Jack Forden" userId="097e3a7e-cd5c-474a-95f0-a72dc440bf11" providerId="ADAL" clId="{8536C8EF-68B2-45FA-AC34-1CAEDABCFC55}" dt="2026-02-23T17:37:19.737" v="15970"/>
          <ac:spMkLst>
            <pc:docMk/>
            <pc:sldMk cId="346824441" sldId="278"/>
            <ac:spMk id="7" creationId="{7A72A9D2-AD80-4F17-8026-D7F106BB93EE}"/>
          </ac:spMkLst>
        </pc:spChg>
        <pc:picChg chg="add mod">
          <ac:chgData name="Jack Forden" userId="097e3a7e-cd5c-474a-95f0-a72dc440bf11" providerId="ADAL" clId="{8536C8EF-68B2-45FA-AC34-1CAEDABCFC55}" dt="2026-02-23T17:36:03.817" v="15745"/>
          <ac:picMkLst>
            <pc:docMk/>
            <pc:sldMk cId="346824441" sldId="278"/>
            <ac:picMk id="4" creationId="{32634FE8-E522-DC90-81AB-8763CB0FD07B}"/>
          </ac:picMkLst>
        </pc:picChg>
        <pc:picChg chg="add mod">
          <ac:chgData name="Jack Forden" userId="097e3a7e-cd5c-474a-95f0-a72dc440bf11" providerId="ADAL" clId="{8536C8EF-68B2-45FA-AC34-1CAEDABCFC55}" dt="2026-02-23T17:36:04.418" v="15746"/>
          <ac:picMkLst>
            <pc:docMk/>
            <pc:sldMk cId="346824441" sldId="278"/>
            <ac:picMk id="5" creationId="{7C4587AD-0D50-A2EF-1D9C-B6A3B305AEA7}"/>
          </ac:picMkLst>
        </pc:picChg>
        <pc:picChg chg="add mod">
          <ac:chgData name="Jack Forden" userId="097e3a7e-cd5c-474a-95f0-a72dc440bf11" providerId="ADAL" clId="{8536C8EF-68B2-45FA-AC34-1CAEDABCFC55}" dt="2026-02-23T17:38:26.677" v="16036" actId="1076"/>
          <ac:picMkLst>
            <pc:docMk/>
            <pc:sldMk cId="346824441" sldId="278"/>
            <ac:picMk id="6" creationId="{321DDE6E-EF41-AB53-41D2-0E1D7964DDBF}"/>
          </ac:picMkLst>
        </pc:picChg>
      </pc:sldChg>
      <pc:sldChg chg="modSp new mod">
        <pc:chgData name="Jack Forden" userId="097e3a7e-cd5c-474a-95f0-a72dc440bf11" providerId="ADAL" clId="{8536C8EF-68B2-45FA-AC34-1CAEDABCFC55}" dt="2026-02-23T17:52:38.087" v="16656" actId="20577"/>
        <pc:sldMkLst>
          <pc:docMk/>
          <pc:sldMk cId="2440797793" sldId="279"/>
        </pc:sldMkLst>
        <pc:spChg chg="mod">
          <ac:chgData name="Jack Forden" userId="097e3a7e-cd5c-474a-95f0-a72dc440bf11" providerId="ADAL" clId="{8536C8EF-68B2-45FA-AC34-1CAEDABCFC55}" dt="2026-02-23T17:49:28.232" v="16299" actId="20577"/>
          <ac:spMkLst>
            <pc:docMk/>
            <pc:sldMk cId="2440797793" sldId="279"/>
            <ac:spMk id="2" creationId="{3908690F-A42A-E2FD-BC72-E9AD3705BC66}"/>
          </ac:spMkLst>
        </pc:spChg>
        <pc:spChg chg="mod">
          <ac:chgData name="Jack Forden" userId="097e3a7e-cd5c-474a-95f0-a72dc440bf11" providerId="ADAL" clId="{8536C8EF-68B2-45FA-AC34-1CAEDABCFC55}" dt="2026-02-23T17:52:38.087" v="16656" actId="20577"/>
          <ac:spMkLst>
            <pc:docMk/>
            <pc:sldMk cId="2440797793" sldId="279"/>
            <ac:spMk id="3" creationId="{B767F0F1-C2DA-FD4B-C0F9-6EF15C1442E0}"/>
          </ac:spMkLst>
        </pc:spChg>
      </pc:sldChg>
      <pc:sldChg chg="modSp new mod">
        <pc:chgData name="Jack Forden" userId="097e3a7e-cd5c-474a-95f0-a72dc440bf11" providerId="ADAL" clId="{8536C8EF-68B2-45FA-AC34-1CAEDABCFC55}" dt="2026-02-23T18:03:39.289" v="16687"/>
        <pc:sldMkLst>
          <pc:docMk/>
          <pc:sldMk cId="1197103433" sldId="280"/>
        </pc:sldMkLst>
        <pc:spChg chg="mod">
          <ac:chgData name="Jack Forden" userId="097e3a7e-cd5c-474a-95f0-a72dc440bf11" providerId="ADAL" clId="{8536C8EF-68B2-45FA-AC34-1CAEDABCFC55}" dt="2026-02-23T18:03:16.892" v="16682" actId="20577"/>
          <ac:spMkLst>
            <pc:docMk/>
            <pc:sldMk cId="1197103433" sldId="280"/>
            <ac:spMk id="2" creationId="{E6AAF7FA-502C-8BAC-44F8-EE1771AE5939}"/>
          </ac:spMkLst>
        </pc:spChg>
        <pc:spChg chg="mod">
          <ac:chgData name="Jack Forden" userId="097e3a7e-cd5c-474a-95f0-a72dc440bf11" providerId="ADAL" clId="{8536C8EF-68B2-45FA-AC34-1CAEDABCFC55}" dt="2026-02-23T18:03:39.289" v="16687"/>
          <ac:spMkLst>
            <pc:docMk/>
            <pc:sldMk cId="1197103433" sldId="280"/>
            <ac:spMk id="3" creationId="{9065A3CE-2DFD-7CB7-1F9C-A1D76F027298}"/>
          </ac:spMkLst>
        </pc:spChg>
      </pc:sldChg>
      <pc:sldChg chg="modSp new mod">
        <pc:chgData name="Jack Forden" userId="097e3a7e-cd5c-474a-95f0-a72dc440bf11" providerId="ADAL" clId="{8536C8EF-68B2-45FA-AC34-1CAEDABCFC55}" dt="2026-02-23T18:18:40.533" v="17329" actId="113"/>
        <pc:sldMkLst>
          <pc:docMk/>
          <pc:sldMk cId="325644633" sldId="281"/>
        </pc:sldMkLst>
        <pc:spChg chg="mod">
          <ac:chgData name="Jack Forden" userId="097e3a7e-cd5c-474a-95f0-a72dc440bf11" providerId="ADAL" clId="{8536C8EF-68B2-45FA-AC34-1CAEDABCFC55}" dt="2026-02-23T18:07:48.946" v="16852" actId="20577"/>
          <ac:spMkLst>
            <pc:docMk/>
            <pc:sldMk cId="325644633" sldId="281"/>
            <ac:spMk id="2" creationId="{97217383-E221-F658-55D2-79AA179593F3}"/>
          </ac:spMkLst>
        </pc:spChg>
        <pc:spChg chg="mod">
          <ac:chgData name="Jack Forden" userId="097e3a7e-cd5c-474a-95f0-a72dc440bf11" providerId="ADAL" clId="{8536C8EF-68B2-45FA-AC34-1CAEDABCFC55}" dt="2026-02-23T18:18:40.533" v="17329" actId="113"/>
          <ac:spMkLst>
            <pc:docMk/>
            <pc:sldMk cId="325644633" sldId="281"/>
            <ac:spMk id="3" creationId="{DAD28C71-0523-DDA0-45A9-72218A58A553}"/>
          </ac:spMkLst>
        </pc:spChg>
      </pc:sldChg>
      <pc:sldChg chg="addSp modSp new mod">
        <pc:chgData name="Jack Forden" userId="097e3a7e-cd5c-474a-95f0-a72dc440bf11" providerId="ADAL" clId="{8536C8EF-68B2-45FA-AC34-1CAEDABCFC55}" dt="2026-02-23T18:37:48.580" v="18138" actId="20577"/>
        <pc:sldMkLst>
          <pc:docMk/>
          <pc:sldMk cId="3082265649" sldId="282"/>
        </pc:sldMkLst>
        <pc:spChg chg="mod">
          <ac:chgData name="Jack Forden" userId="097e3a7e-cd5c-474a-95f0-a72dc440bf11" providerId="ADAL" clId="{8536C8EF-68B2-45FA-AC34-1CAEDABCFC55}" dt="2026-02-23T18:20:37.350" v="17331"/>
          <ac:spMkLst>
            <pc:docMk/>
            <pc:sldMk cId="3082265649" sldId="282"/>
            <ac:spMk id="2" creationId="{19FE8EC2-0928-C4CD-F146-B74C0A87AC0E}"/>
          </ac:spMkLst>
        </pc:spChg>
        <pc:spChg chg="mod">
          <ac:chgData name="Jack Forden" userId="097e3a7e-cd5c-474a-95f0-a72dc440bf11" providerId="ADAL" clId="{8536C8EF-68B2-45FA-AC34-1CAEDABCFC55}" dt="2026-02-23T18:37:48.580" v="18138" actId="20577"/>
          <ac:spMkLst>
            <pc:docMk/>
            <pc:sldMk cId="3082265649" sldId="282"/>
            <ac:spMk id="3" creationId="{04C79D71-AB3E-803B-8968-3444B93BB76D}"/>
          </ac:spMkLst>
        </pc:spChg>
        <pc:spChg chg="add">
          <ac:chgData name="Jack Forden" userId="097e3a7e-cd5c-474a-95f0-a72dc440bf11" providerId="ADAL" clId="{8536C8EF-68B2-45FA-AC34-1CAEDABCFC55}" dt="2026-02-23T18:21:04.716" v="17403"/>
          <ac:spMkLst>
            <pc:docMk/>
            <pc:sldMk cId="3082265649" sldId="282"/>
            <ac:spMk id="4" creationId="{08B98C89-384B-288E-41BC-5E1D72A91166}"/>
          </ac:spMkLst>
        </pc:spChg>
        <pc:spChg chg="add">
          <ac:chgData name="Jack Forden" userId="097e3a7e-cd5c-474a-95f0-a72dc440bf11" providerId="ADAL" clId="{8536C8EF-68B2-45FA-AC34-1CAEDABCFC55}" dt="2026-02-23T18:32:34.699" v="17858"/>
          <ac:spMkLst>
            <pc:docMk/>
            <pc:sldMk cId="3082265649" sldId="282"/>
            <ac:spMk id="5" creationId="{28444CD0-FD01-66C9-84B9-95B64E1572EF}"/>
          </ac:spMkLst>
        </pc:spChg>
      </pc:sldChg>
      <pc:sldChg chg="modSp new mod">
        <pc:chgData name="Jack Forden" userId="097e3a7e-cd5c-474a-95f0-a72dc440bf11" providerId="ADAL" clId="{8536C8EF-68B2-45FA-AC34-1CAEDABCFC55}" dt="2026-02-23T19:18:32.487" v="18895" actId="20577"/>
        <pc:sldMkLst>
          <pc:docMk/>
          <pc:sldMk cId="2427591833" sldId="283"/>
        </pc:sldMkLst>
        <pc:spChg chg="mod">
          <ac:chgData name="Jack Forden" userId="097e3a7e-cd5c-474a-95f0-a72dc440bf11" providerId="ADAL" clId="{8536C8EF-68B2-45FA-AC34-1CAEDABCFC55}" dt="2026-02-23T18:40:19.943" v="18250"/>
          <ac:spMkLst>
            <pc:docMk/>
            <pc:sldMk cId="2427591833" sldId="283"/>
            <ac:spMk id="2" creationId="{F2F4EBEF-8D78-524C-1A81-714F85F20DA6}"/>
          </ac:spMkLst>
        </pc:spChg>
        <pc:spChg chg="mod">
          <ac:chgData name="Jack Forden" userId="097e3a7e-cd5c-474a-95f0-a72dc440bf11" providerId="ADAL" clId="{8536C8EF-68B2-45FA-AC34-1CAEDABCFC55}" dt="2026-02-23T19:18:32.487" v="18895" actId="20577"/>
          <ac:spMkLst>
            <pc:docMk/>
            <pc:sldMk cId="2427591833" sldId="283"/>
            <ac:spMk id="3" creationId="{BE9B346D-CE29-A355-A31D-D1F7FFBBBD99}"/>
          </ac:spMkLst>
        </pc:spChg>
      </pc:sldChg>
      <pc:sldChg chg="new del">
        <pc:chgData name="Jack Forden" userId="097e3a7e-cd5c-474a-95f0-a72dc440bf11" providerId="ADAL" clId="{8536C8EF-68B2-45FA-AC34-1CAEDABCFC55}" dt="2026-02-23T18:38:17.185" v="18140" actId="47"/>
        <pc:sldMkLst>
          <pc:docMk/>
          <pc:sldMk cId="2752082500" sldId="283"/>
        </pc:sldMkLst>
      </pc:sldChg>
      <pc:sldChg chg="addSp modSp new mod">
        <pc:chgData name="Jack Forden" userId="097e3a7e-cd5c-474a-95f0-a72dc440bf11" providerId="ADAL" clId="{8536C8EF-68B2-45FA-AC34-1CAEDABCFC55}" dt="2026-02-23T19:22:55.055" v="19289" actId="20577"/>
        <pc:sldMkLst>
          <pc:docMk/>
          <pc:sldMk cId="1832589817" sldId="284"/>
        </pc:sldMkLst>
        <pc:spChg chg="mod">
          <ac:chgData name="Jack Forden" userId="097e3a7e-cd5c-474a-95f0-a72dc440bf11" providerId="ADAL" clId="{8536C8EF-68B2-45FA-AC34-1CAEDABCFC55}" dt="2026-02-23T19:18:52.714" v="18922" actId="20577"/>
          <ac:spMkLst>
            <pc:docMk/>
            <pc:sldMk cId="1832589817" sldId="284"/>
            <ac:spMk id="2" creationId="{BECEC771-F891-412B-BC01-F10955A18367}"/>
          </ac:spMkLst>
        </pc:spChg>
        <pc:spChg chg="mod">
          <ac:chgData name="Jack Forden" userId="097e3a7e-cd5c-474a-95f0-a72dc440bf11" providerId="ADAL" clId="{8536C8EF-68B2-45FA-AC34-1CAEDABCFC55}" dt="2026-02-23T19:22:55.055" v="19289" actId="20577"/>
          <ac:spMkLst>
            <pc:docMk/>
            <pc:sldMk cId="1832589817" sldId="284"/>
            <ac:spMk id="3" creationId="{6D00E057-30C0-3213-B40D-24DA75B777FD}"/>
          </ac:spMkLst>
        </pc:spChg>
        <pc:spChg chg="add">
          <ac:chgData name="Jack Forden" userId="097e3a7e-cd5c-474a-95f0-a72dc440bf11" providerId="ADAL" clId="{8536C8EF-68B2-45FA-AC34-1CAEDABCFC55}" dt="2026-02-23T19:20:39.039" v="19145"/>
          <ac:spMkLst>
            <pc:docMk/>
            <pc:sldMk cId="1832589817" sldId="284"/>
            <ac:spMk id="4" creationId="{0D6AAA79-8C2A-E348-99AA-43051028D22A}"/>
          </ac:spMkLst>
        </pc:spChg>
        <pc:picChg chg="add">
          <ac:chgData name="Jack Forden" userId="097e3a7e-cd5c-474a-95f0-a72dc440bf11" providerId="ADAL" clId="{8536C8EF-68B2-45FA-AC34-1CAEDABCFC55}" dt="2026-02-23T19:21:35.119" v="19148"/>
          <ac:picMkLst>
            <pc:docMk/>
            <pc:sldMk cId="1832589817" sldId="284"/>
            <ac:picMk id="2051" creationId="{0C049EFD-7814-6BF4-59F7-2FAFD0D51E5E}"/>
          </ac:picMkLst>
        </pc:picChg>
        <pc:picChg chg="add">
          <ac:chgData name="Jack Forden" userId="097e3a7e-cd5c-474a-95f0-a72dc440bf11" providerId="ADAL" clId="{8536C8EF-68B2-45FA-AC34-1CAEDABCFC55}" dt="2026-02-23T19:21:37.918" v="19149"/>
          <ac:picMkLst>
            <pc:docMk/>
            <pc:sldMk cId="1832589817" sldId="284"/>
            <ac:picMk id="2053" creationId="{25031B7C-4807-6D61-01DA-BF27615EB84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00FC5-52F8-4AD9-D732-610A9FD02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636390-D7ED-FE9B-B401-100878D2B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FD8C7-4F3F-3BD6-9934-258F31C75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24BE-CE2E-4832-AF0C-7429C744D1A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AE5E6-E9DA-501F-7B51-4F6EFE14A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0203D-ECF2-629D-7B7D-E2ECB3DB5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AE6D8-3E70-4B4E-94A9-701D79CA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36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B8E89-EE68-5CF7-90F8-048510143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F1536-7414-A50D-9882-48A44DEBB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C2B53-B023-53EA-CBA4-5B3C47A9B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24BE-CE2E-4832-AF0C-7429C744D1A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85459-401B-3C9B-8E31-C1979FBEC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AC5DC-B9AD-8C32-6916-37F45043D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AE6D8-3E70-4B4E-94A9-701D79CA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426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DAEC6-ECBB-266E-9310-223C1EDB8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C49E0-120A-9C3F-8361-277DA0805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C9C62-9F5D-AD03-0F34-5E99762EE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24BE-CE2E-4832-AF0C-7429C744D1A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22CFE-4933-B93E-98D4-0D745B9EA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F30DE-A405-73B2-83B8-45AF728C4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AE6D8-3E70-4B4E-94A9-701D79CA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76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55A31-614D-A7F8-F2B8-061105323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4CA7-4B05-D83A-2B73-1990EB1E9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463593-3D6C-510B-4AB0-D47F073B5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E5F99-3A8D-3BD0-3ECA-BA7BEFE4A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24BE-CE2E-4832-AF0C-7429C744D1A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B563E4-EBB0-AF83-FDF5-6F68E79D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C1D095-A053-F27E-C9CC-B63C63C1B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AE6D8-3E70-4B4E-94A9-701D79CA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21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E21EC-8C00-9032-1580-3FE61E401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8215C-E500-346C-9B08-86BED10CF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F380E-BF44-3C52-55A9-E64DED50B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6A047A-4920-A5BA-9E0E-A53AD9C1C5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2F1F64-4AEC-535C-2B5A-FCD7F0EE16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46B840-CDDA-F6B7-E8C8-9CB37881D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24BE-CE2E-4832-AF0C-7429C744D1A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A85FB4-3D51-F6C5-C03B-F92730E44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3A702E-30BC-D472-B6D9-B9FDC6A11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AE6D8-3E70-4B4E-94A9-701D79CA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93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9428A-A282-AC34-AEEE-D63F080E0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93EB7C-94AC-380B-16FD-33E4249C7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24BE-CE2E-4832-AF0C-7429C744D1A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9A1D6-E4F2-124A-C813-FDAD378D2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FA130E-A202-E091-3463-DBA2226F1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AE6D8-3E70-4B4E-94A9-701D79CA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453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F3FB57-CE57-B92B-C293-D7D16718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24BE-CE2E-4832-AF0C-7429C744D1A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56FEC2-B43C-3B8D-32E8-D2CE89D3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E2C27-EF9B-ED1E-624D-389581F30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AE6D8-3E70-4B4E-94A9-701D79CA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85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B0DCF-C809-B2E5-63E8-97BB6FD6E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E8F71-A7C7-53B1-FE58-0448A1609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1147E-4E6F-FD24-D537-29A3B14A34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29286-B649-DEB2-3028-63CCC146D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24BE-CE2E-4832-AF0C-7429C744D1A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F585A-B748-CE4E-356E-E08A043DC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DD81B-5742-B617-0252-17BE9E015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AE6D8-3E70-4B4E-94A9-701D79CA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332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6DE91-3E36-AE36-946F-2F208A213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EEB97D-AC8F-2287-48E3-F092BD9EDA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16CC4-96EE-FEED-5E33-5FA8B4EB2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A09F9-8B69-D097-7C7F-2DDEDA21D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24BE-CE2E-4832-AF0C-7429C744D1A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23708F-8C9F-980B-8245-8399E4CA7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3F33AB-7616-71C7-DA3E-754218F03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AE6D8-3E70-4B4E-94A9-701D79CA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334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AC6BB-F755-4367-DA25-0B81D838E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8418FF-B805-044A-E70F-68C8B600C3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1B4D1-E4D4-085A-A2DB-052B24EB4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24BE-CE2E-4832-AF0C-7429C744D1A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9E855-7C5D-741D-AC48-F92E77EFA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1A07D-3B43-4DD9-9411-6E034F3B3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AE6D8-3E70-4B4E-94A9-701D79CA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299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77C031-140C-D44E-0373-C3CF12245B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BC3D3B-99BB-B2D6-FBB3-0AEC0E601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A0A91-DBBC-57E3-B74D-06E85BA41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24BE-CE2E-4832-AF0C-7429C744D1A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E8A67-C521-7080-192B-19E71FD7B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9AA1F-521B-7D23-397E-C1C88256F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AE6D8-3E70-4B4E-94A9-701D79CA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46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F500C6-D556-2A04-9DF2-F0401BC01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9A640-F937-B535-CB7B-C1C2953E0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56946-8A01-5D4B-1E6F-27592822F6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CA24BE-CE2E-4832-AF0C-7429C744D1A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1DDDB-BBCC-C322-A448-962C0C031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60261-5A06-C3F6-ED76-5D8CCA7887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EAE6D8-3E70-4B4E-94A9-701D79CA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05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0B355-8398-D896-DC0B-26C1EF66AD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Fractionally Differentiated 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167CD-A934-4609-8146-3EB7B8F588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Adding a Notion of Memory to a Dataset</a:t>
            </a:r>
          </a:p>
        </p:txBody>
      </p:sp>
    </p:spTree>
    <p:extLst>
      <p:ext uri="{BB962C8B-B14F-4D97-AF65-F5344CB8AC3E}">
        <p14:creationId xmlns:p14="http://schemas.microsoft.com/office/powerpoint/2010/main" val="1833219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E16FF-86AF-BF33-8DBB-8C9244BF7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4485B-4D89-8759-D030-42D565D1F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main objective was to remove both the noise and notion of </a:t>
            </a:r>
            <a:r>
              <a:rPr lang="en-US" i="1" dirty="0"/>
              <a:t>time </a:t>
            </a:r>
            <a:r>
              <a:rPr lang="en-US" dirty="0"/>
              <a:t>from our dataset. </a:t>
            </a:r>
          </a:p>
          <a:p>
            <a:pPr lvl="1"/>
            <a:r>
              <a:rPr lang="en-US" dirty="0"/>
              <a:t>This removed values that did not really tell us anything(noise)</a:t>
            </a:r>
          </a:p>
          <a:p>
            <a:pPr lvl="1"/>
            <a:r>
              <a:rPr lang="en-US" dirty="0"/>
              <a:t>This removed a false structure from our dataset, so our model doesn’t accidently believe time is a direct indicator of future performance. </a:t>
            </a:r>
          </a:p>
          <a:p>
            <a:pPr lvl="2"/>
            <a:r>
              <a:rPr lang="en-US" dirty="0"/>
              <a:t>It’s like a child, we don’t want to teach it the wrong lessons</a:t>
            </a:r>
          </a:p>
          <a:p>
            <a:r>
              <a:rPr lang="en-US" dirty="0"/>
              <a:t>The dollar bars properties are invariant by the change of the origin time</a:t>
            </a:r>
          </a:p>
          <a:p>
            <a:pPr lvl="1"/>
            <a:r>
              <a:rPr lang="en-US" dirty="0"/>
              <a:t>They sample the market at a constant rate of informational arrival(volume/dollars) rather than clock time</a:t>
            </a:r>
          </a:p>
        </p:txBody>
      </p:sp>
    </p:spTree>
    <p:extLst>
      <p:ext uri="{BB962C8B-B14F-4D97-AF65-F5344CB8AC3E}">
        <p14:creationId xmlns:p14="http://schemas.microsoft.com/office/powerpoint/2010/main" val="2260815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BD8FF-E533-BF98-7010-503730F7D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Refocus Our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94460-F917-61D1-AD40-C56289888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want:</a:t>
            </a:r>
          </a:p>
          <a:p>
            <a:pPr lvl="1"/>
            <a:r>
              <a:rPr lang="en-US" dirty="0"/>
              <a:t>Agentic decision making</a:t>
            </a:r>
          </a:p>
          <a:p>
            <a:pPr lvl="1"/>
            <a:r>
              <a:rPr lang="en-US" dirty="0"/>
              <a:t>The ability to act based on the sentiment of the market</a:t>
            </a:r>
          </a:p>
          <a:p>
            <a:pPr lvl="1"/>
            <a:r>
              <a:rPr lang="en-US" dirty="0"/>
              <a:t>Money</a:t>
            </a:r>
          </a:p>
          <a:p>
            <a:pPr lvl="2"/>
            <a:r>
              <a:rPr lang="en-US" dirty="0"/>
              <a:t>(profitable trading)</a:t>
            </a:r>
          </a:p>
          <a:p>
            <a:r>
              <a:rPr lang="en-US" dirty="0"/>
              <a:t>Everything we have done so far is building the </a:t>
            </a:r>
            <a:r>
              <a:rPr lang="en-US" i="1" dirty="0"/>
              <a:t>foundations</a:t>
            </a:r>
            <a:r>
              <a:rPr lang="en-US" dirty="0"/>
              <a:t> to make that happen</a:t>
            </a:r>
          </a:p>
          <a:p>
            <a:pPr lvl="1"/>
            <a:r>
              <a:rPr lang="en-US" dirty="0"/>
              <a:t>Dollar bars were the first step in this path</a:t>
            </a:r>
          </a:p>
          <a:p>
            <a:r>
              <a:rPr lang="en-US" dirty="0"/>
              <a:t>To understand our next step, we need to understand how we go from </a:t>
            </a:r>
            <a:r>
              <a:rPr lang="en-US" i="1" dirty="0"/>
              <a:t>dataset</a:t>
            </a:r>
            <a:r>
              <a:rPr lang="en-US" dirty="0"/>
              <a:t> to </a:t>
            </a:r>
            <a:r>
              <a:rPr lang="en-US" i="1" dirty="0"/>
              <a:t>decision</a:t>
            </a:r>
          </a:p>
          <a:p>
            <a:pPr lvl="1"/>
            <a:r>
              <a:rPr lang="en-US" dirty="0"/>
              <a:t>This happens through a process called 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22295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ACAE-F6F5-AA0B-D91E-CF4BD1661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853E8-3AB4-FECC-EDDE-488D8343E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Supervised learning is a </a:t>
            </a:r>
            <a:r>
              <a:rPr lang="en-US" i="1" dirty="0"/>
              <a:t>category</a:t>
            </a:r>
            <a:r>
              <a:rPr lang="en-US" dirty="0"/>
              <a:t> of machine learning that uses labeled datasets to train algorithms to predict outcomes and recognize patterns. </a:t>
            </a:r>
          </a:p>
          <a:p>
            <a:pPr lvl="1"/>
            <a:r>
              <a:rPr lang="en-US" dirty="0"/>
              <a:t>We provide labeled training sets and hope to </a:t>
            </a:r>
            <a:r>
              <a:rPr lang="en-US" i="1" dirty="0"/>
              <a:t>learn the relationships between the input and outputs</a:t>
            </a:r>
          </a:p>
          <a:p>
            <a:pPr lvl="2"/>
            <a:r>
              <a:rPr lang="en-US" dirty="0"/>
              <a:t>Inputs: </a:t>
            </a:r>
            <a:r>
              <a:rPr lang="en-US" b="1" dirty="0"/>
              <a:t>features</a:t>
            </a:r>
            <a:endParaRPr lang="en-US" dirty="0"/>
          </a:p>
          <a:p>
            <a:pPr lvl="2"/>
            <a:r>
              <a:rPr lang="en-US" dirty="0"/>
              <a:t>Corrected outputs: </a:t>
            </a:r>
            <a:r>
              <a:rPr lang="en-US" b="1" dirty="0"/>
              <a:t>labels</a:t>
            </a:r>
            <a:endParaRPr lang="en-US" dirty="0"/>
          </a:p>
          <a:p>
            <a:r>
              <a:rPr lang="en-US" dirty="0"/>
              <a:t>Algorithms analyze a large dataset of these training pairs to infer what a desired output value would be when asked to make a prediction on new data</a:t>
            </a:r>
          </a:p>
        </p:txBody>
      </p:sp>
    </p:spTree>
    <p:extLst>
      <p:ext uri="{BB962C8B-B14F-4D97-AF65-F5344CB8AC3E}">
        <p14:creationId xmlns:p14="http://schemas.microsoft.com/office/powerpoint/2010/main" val="365413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9B9AD-F8DD-3CF9-E2BC-A43A39D14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Engine Under the Hood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F8EF7-11AC-6FA0-1C5C-0FBC74837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Pattern Recognition:</a:t>
            </a:r>
          </a:p>
          <a:p>
            <a:pPr lvl="1"/>
            <a:r>
              <a:rPr lang="en-US" dirty="0"/>
              <a:t>Supervised ML is essentially a high-powered version of </a:t>
            </a:r>
            <a:r>
              <a:rPr lang="en-US" i="1" dirty="0"/>
              <a:t>connect the dots</a:t>
            </a:r>
            <a:endParaRPr lang="en-US" dirty="0"/>
          </a:p>
          <a:p>
            <a:pPr lvl="2"/>
            <a:r>
              <a:rPr lang="en-US" dirty="0"/>
              <a:t>It looks at our </a:t>
            </a:r>
            <a:r>
              <a:rPr lang="en-US" b="1" dirty="0"/>
              <a:t>features(</a:t>
            </a:r>
            <a:r>
              <a:rPr lang="en-US" dirty="0"/>
              <a:t>dollar bars, RSI, volatility, market cap, whatever we choose to label as a </a:t>
            </a:r>
            <a:r>
              <a:rPr lang="en-US" i="1" dirty="0"/>
              <a:t>feature</a:t>
            </a:r>
            <a:r>
              <a:rPr lang="en-US" dirty="0"/>
              <a:t>) and tries to find a mathematical function that maps them to a </a:t>
            </a:r>
            <a:r>
              <a:rPr lang="en-US" b="1" dirty="0"/>
              <a:t>label(</a:t>
            </a:r>
            <a:r>
              <a:rPr lang="en-US" dirty="0" err="1"/>
              <a:t>buy,sell,hold</a:t>
            </a:r>
            <a:r>
              <a:rPr lang="en-US" dirty="0"/>
              <a:t>)</a:t>
            </a:r>
          </a:p>
          <a:p>
            <a:r>
              <a:rPr lang="en-US" dirty="0"/>
              <a:t>Stages</a:t>
            </a:r>
          </a:p>
          <a:p>
            <a:pPr lvl="1"/>
            <a:r>
              <a:rPr lang="en-US" dirty="0"/>
              <a:t>The Training phase</a:t>
            </a:r>
          </a:p>
          <a:p>
            <a:pPr lvl="2"/>
            <a:r>
              <a:rPr lang="en-US" dirty="0"/>
              <a:t>The model looks at thousands of post examples</a:t>
            </a:r>
          </a:p>
          <a:p>
            <a:pPr lvl="3"/>
            <a:r>
              <a:rPr lang="en-US" dirty="0"/>
              <a:t>Every time, it asks: if the price dropped by 2% and volume spiked, what happened next?</a:t>
            </a:r>
          </a:p>
          <a:p>
            <a:pPr lvl="1"/>
            <a:r>
              <a:rPr lang="en-US" dirty="0"/>
              <a:t>The Inference phase</a:t>
            </a:r>
          </a:p>
          <a:p>
            <a:pPr lvl="2"/>
            <a:r>
              <a:rPr lang="en-US" dirty="0"/>
              <a:t>When a model sees the same pattern in live data, it applies the rule it learned from the past to predict the future</a:t>
            </a:r>
          </a:p>
          <a:p>
            <a:r>
              <a:rPr lang="en-US" dirty="0"/>
              <a:t>In order for this to work, the “rules” of the market must stay relatively consistent</a:t>
            </a:r>
          </a:p>
          <a:p>
            <a:pPr lvl="1"/>
            <a:r>
              <a:rPr lang="en-US" dirty="0"/>
              <a:t>If the environment changes too much, the patterns the model learns from becomes useless</a:t>
            </a:r>
          </a:p>
          <a:p>
            <a:pPr lvl="2"/>
            <a:r>
              <a:rPr lang="en-US" dirty="0"/>
              <a:t>….but wait, isn’t the market all about rapid environment changes?</a:t>
            </a:r>
          </a:p>
        </p:txBody>
      </p:sp>
    </p:spTree>
    <p:extLst>
      <p:ext uri="{BB962C8B-B14F-4D97-AF65-F5344CB8AC3E}">
        <p14:creationId xmlns:p14="http://schemas.microsoft.com/office/powerpoint/2010/main" val="606047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94C1-D721-62DE-131E-BAEC42035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is Predictive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D984A-3F6E-0A00-22DA-3F5C13E23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Models need some notion of memory to draw signals of performance from</a:t>
            </a:r>
          </a:p>
          <a:p>
            <a:pPr lvl="1"/>
            <a:r>
              <a:rPr lang="en-US" dirty="0"/>
              <a:t>“Trend is your friend”</a:t>
            </a:r>
          </a:p>
          <a:p>
            <a:r>
              <a:rPr lang="en-US" dirty="0"/>
              <a:t>This raises a concern with our raw dollar bars</a:t>
            </a:r>
          </a:p>
          <a:p>
            <a:pPr lvl="1"/>
            <a:r>
              <a:rPr lang="en-US" dirty="0"/>
              <a:t>We have a raw series of prices ($150, $153,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Day X in the dollar bar data has </a:t>
            </a:r>
            <a:r>
              <a:rPr lang="en-US" b="1" dirty="0"/>
              <a:t>zero</a:t>
            </a:r>
            <a:r>
              <a:rPr lang="en-US" dirty="0"/>
              <a:t> impact on Day X + 1</a:t>
            </a:r>
          </a:p>
          <a:p>
            <a:pPr lvl="2"/>
            <a:r>
              <a:rPr lang="en-US" dirty="0"/>
              <a:t>If we train a model on prices from 2020 and test in on 2024, the model will fail because the statistical properties(range of values) is completely different</a:t>
            </a:r>
          </a:p>
          <a:p>
            <a:pPr lvl="2"/>
            <a:r>
              <a:rPr lang="en-US" dirty="0"/>
              <a:t>Ultimately the statistical properties (mean, variance) do not change over time. If you train a model on past data, you assume the future looks statistically similar.</a:t>
            </a:r>
          </a:p>
        </p:txBody>
      </p:sp>
    </p:spTree>
    <p:extLst>
      <p:ext uri="{BB962C8B-B14F-4D97-AF65-F5344CB8AC3E}">
        <p14:creationId xmlns:p14="http://schemas.microsoft.com/office/powerpoint/2010/main" val="4048767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56B2B-0758-FA29-F394-DC0AFCF8A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Dollar Bars Examined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D3B96-ED12-F718-1C18-363DAC7C6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</a:t>
            </a:r>
            <a:r>
              <a:rPr lang="en-US" b="1" dirty="0"/>
              <a:t>lobotomized</a:t>
            </a:r>
            <a:r>
              <a:rPr lang="en-US" dirty="0"/>
              <a:t> our data. Dollar bars have </a:t>
            </a:r>
            <a:r>
              <a:rPr lang="en-US" b="1" dirty="0"/>
              <a:t>zero</a:t>
            </a:r>
            <a:r>
              <a:rPr lang="en-US" dirty="0"/>
              <a:t> notion of history</a:t>
            </a:r>
            <a:endParaRPr lang="en-US" b="1" dirty="0"/>
          </a:p>
          <a:p>
            <a:pPr lvl="1"/>
            <a:r>
              <a:rPr lang="en-US" dirty="0"/>
              <a:t>For each bar, the current price </a:t>
            </a:r>
            <a:r>
              <a:rPr lang="en-US" i="1" dirty="0"/>
              <a:t>P</a:t>
            </a:r>
            <a:r>
              <a:rPr lang="en-US" i="1" baseline="-25000" dirty="0"/>
              <a:t>t</a:t>
            </a:r>
            <a:r>
              <a:rPr lang="en-US" dirty="0"/>
              <a:t>​ is the sum of </a:t>
            </a:r>
            <a:r>
              <a:rPr lang="en-US" b="1" dirty="0"/>
              <a:t>all</a:t>
            </a:r>
            <a:r>
              <a:rPr lang="en-US" dirty="0"/>
              <a:t> past changes</a:t>
            </a:r>
          </a:p>
          <a:p>
            <a:pPr lvl="2"/>
            <a:r>
              <a:rPr lang="en-US" dirty="0"/>
              <a:t>Consider:</a:t>
            </a:r>
          </a:p>
          <a:p>
            <a:pPr lvl="3"/>
            <a:r>
              <a:rPr lang="en-US" dirty="0"/>
              <a:t>imagine a "Drunk Walker" leaving a bar (the starting price, </a:t>
            </a:r>
            <a:r>
              <a:rPr lang="en-US" i="1" dirty="0"/>
              <a:t>P</a:t>
            </a:r>
            <a:r>
              <a:rPr lang="en-US" baseline="-25000" dirty="0"/>
              <a:t>0</a:t>
            </a:r>
            <a:r>
              <a:rPr lang="en-US" dirty="0"/>
              <a:t>​)</a:t>
            </a:r>
          </a:p>
          <a:p>
            <a:pPr lvl="3"/>
            <a:r>
              <a:rPr lang="en-US" dirty="0"/>
              <a:t>Every minute he takes one step</a:t>
            </a:r>
          </a:p>
          <a:p>
            <a:pPr lvl="3"/>
            <a:r>
              <a:rPr lang="en-US" dirty="0"/>
              <a:t>He flips a coin to decide: heads -&gt; north, tails-&gt; south</a:t>
            </a:r>
          </a:p>
          <a:p>
            <a:pPr lvl="4"/>
            <a:r>
              <a:rPr lang="en-US" dirty="0"/>
              <a:t>These are our </a:t>
            </a:r>
            <a:r>
              <a:rPr lang="en-US" b="1" dirty="0"/>
              <a:t>returns</a:t>
            </a:r>
            <a:r>
              <a:rPr lang="en-US" dirty="0"/>
              <a:t> or changes</a:t>
            </a:r>
          </a:p>
          <a:p>
            <a:pPr lvl="2"/>
            <a:r>
              <a:rPr lang="en-US" dirty="0"/>
              <a:t>A price is a “cumulative sum”</a:t>
            </a:r>
          </a:p>
          <a:p>
            <a:pPr lvl="3"/>
            <a:r>
              <a:rPr lang="en-US" dirty="0"/>
              <a:t>If we want to know where the walker is 100 minutes after he leaves the bar, you have to add up every single step he took since leaving the bar</a:t>
            </a:r>
          </a:p>
          <a:p>
            <a:pPr lvl="3"/>
            <a:r>
              <a:rPr lang="en-US" dirty="0"/>
              <a:t>Position at Minute 1 = Start + Step 1</a:t>
            </a:r>
          </a:p>
          <a:p>
            <a:pPr lvl="3"/>
            <a:r>
              <a:rPr lang="en-US" dirty="0"/>
              <a:t>Position at Minute 2 = Start + Step 1 + Step 2</a:t>
            </a:r>
          </a:p>
          <a:p>
            <a:pPr lvl="3"/>
            <a:r>
              <a:rPr lang="en-US" dirty="0"/>
              <a:t>Position at Minute 100 = Start + Sum of all 100 Steps</a:t>
            </a:r>
          </a:p>
          <a:p>
            <a:pPr lvl="2"/>
            <a:r>
              <a:rPr lang="en-US" dirty="0"/>
              <a:t>The above logic is how </a:t>
            </a:r>
            <a:r>
              <a:rPr lang="en-US" i="1" dirty="0"/>
              <a:t>graphs</a:t>
            </a:r>
            <a:r>
              <a:rPr lang="en-US" dirty="0"/>
              <a:t> are charted</a:t>
            </a:r>
          </a:p>
        </p:txBody>
      </p:sp>
    </p:spTree>
    <p:extLst>
      <p:ext uri="{BB962C8B-B14F-4D97-AF65-F5344CB8AC3E}">
        <p14:creationId xmlns:p14="http://schemas.microsoft.com/office/powerpoint/2010/main" val="849563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B0C84-E32D-B61E-1923-C65743A16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the "Spread" of Uncertainty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5A55-5122-EF90-D8B6-AE33AE22A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 walker takes a single step</a:t>
            </a:r>
          </a:p>
          <a:p>
            <a:pPr lvl="1"/>
            <a:r>
              <a:rPr lang="en-US" dirty="0"/>
              <a:t>The “cloud” of where he might be is tiny</a:t>
            </a:r>
          </a:p>
          <a:p>
            <a:pPr lvl="2"/>
            <a:r>
              <a:rPr lang="en-US" dirty="0"/>
              <a:t>There are only two possible spots(north or south)</a:t>
            </a:r>
          </a:p>
          <a:p>
            <a:r>
              <a:rPr lang="en-US" dirty="0"/>
              <a:t>Let’s consider</a:t>
            </a:r>
          </a:p>
          <a:p>
            <a:pPr lvl="1"/>
            <a:r>
              <a:rPr lang="en-US" dirty="0"/>
              <a:t>What is the probability of a coin flip?</a:t>
            </a:r>
          </a:p>
          <a:p>
            <a:pPr lvl="1"/>
            <a:r>
              <a:rPr lang="en-US" dirty="0"/>
              <a:t>For our walker, what does that mean?</a:t>
            </a:r>
          </a:p>
          <a:p>
            <a:pPr lvl="1"/>
            <a:r>
              <a:rPr lang="en-US" dirty="0"/>
              <a:t>(mean)If we flip a coin 100 times, 1000 times, 10,000 times</a:t>
            </a:r>
          </a:p>
          <a:p>
            <a:pPr lvl="2"/>
            <a:r>
              <a:rPr lang="en-US" dirty="0"/>
              <a:t>Where do we estimate the most likely place for him to be is?</a:t>
            </a:r>
          </a:p>
          <a:p>
            <a:pPr lvl="1"/>
            <a:r>
              <a:rPr lang="en-US" dirty="0"/>
              <a:t>(tails) What happens to the extremes in this case?</a:t>
            </a:r>
          </a:p>
        </p:txBody>
      </p:sp>
      <p:pic>
        <p:nvPicPr>
          <p:cNvPr id="1028" name="Picture 4" descr="Strategic Planning Cones PowerPoint Template Diagrams - Standard License">
            <a:extLst>
              <a:ext uri="{FF2B5EF4-FFF2-40B4-BE49-F238E27FC236}">
                <a16:creationId xmlns:a16="http://schemas.microsoft.com/office/drawing/2014/main" id="{A0522AA2-915C-E35E-8112-8255BC09F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8613" y="1860876"/>
            <a:ext cx="3805187" cy="2140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230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9E8EA-0D69-FC69-5A0F-9D1CA3E64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Visualized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6A5F07-9BE3-F113-BC7E-5613FBF8FF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 the drunk takes more steps, the number of places he </a:t>
                </a:r>
                <a:r>
                  <a:rPr lang="en-US" i="1" dirty="0"/>
                  <a:t>could</a:t>
                </a:r>
                <a:r>
                  <a:rPr lang="en-US" dirty="0"/>
                  <a:t> be expands. </a:t>
                </a:r>
              </a:p>
              <a:p>
                <a:pPr lvl="1"/>
                <a:r>
                  <a:rPr lang="en-US" dirty="0"/>
                  <a:t>While he is still </a:t>
                </a:r>
                <a:r>
                  <a:rPr lang="en-US" i="1" dirty="0"/>
                  <a:t>statistically likely</a:t>
                </a:r>
                <a:r>
                  <a:rPr lang="en-US" dirty="0"/>
                  <a:t> to be at the center(mean), the walls of where he might be spread out as a factor of time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The center line represents the “expected value”</a:t>
                </a:r>
              </a:p>
              <a:p>
                <a:r>
                  <a:rPr lang="en-US" dirty="0"/>
                  <a:t>The cone is our </a:t>
                </a:r>
                <a:r>
                  <a:rPr lang="en-US" i="1" dirty="0"/>
                  <a:t>variance</a:t>
                </a:r>
                <a:endParaRPr lang="en-US" dirty="0"/>
              </a:p>
              <a:p>
                <a:pPr lvl="1"/>
                <a:r>
                  <a:rPr lang="en-US" dirty="0"/>
                  <a:t>Notice, it starts tight and expands as </a:t>
                </a:r>
                <a:r>
                  <a:rPr lang="en-US" i="1" dirty="0"/>
                  <a:t>t grows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6A5F07-9BE3-F113-BC7E-5613FBF8FF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4" descr="Strategic Planning Cones PowerPoint Template Diagrams - Standard License">
            <a:extLst>
              <a:ext uri="{FF2B5EF4-FFF2-40B4-BE49-F238E27FC236}">
                <a16:creationId xmlns:a16="http://schemas.microsoft.com/office/drawing/2014/main" id="{321DDE6E-EF41-AB53-41D2-0E1D7964D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277" y="3800847"/>
            <a:ext cx="3805187" cy="2140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24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519DA-9643-03B4-709B-B94E97528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7E225-B33B-373F-E637-F25496D3F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Variance measures </a:t>
            </a:r>
            <a:r>
              <a:rPr lang="en-US" b="1" dirty="0"/>
              <a:t>how far a set of numbers are spread out from their average value(mean)</a:t>
            </a:r>
            <a:r>
              <a:rPr lang="en-US" dirty="0"/>
              <a:t> </a:t>
            </a:r>
          </a:p>
          <a:p>
            <a:r>
              <a:rPr lang="en-US" dirty="0"/>
              <a:t>Each new step is random, it adds a new layer of uncertainty</a:t>
            </a:r>
          </a:p>
          <a:p>
            <a:pPr lvl="1"/>
            <a:r>
              <a:rPr lang="en-US" dirty="0"/>
              <a:t>We add the uncertainty of step 100 on top of the uncertainty of step 99, on top of 98, etc.</a:t>
            </a:r>
          </a:p>
          <a:p>
            <a:r>
              <a:rPr lang="en-US" dirty="0"/>
              <a:t>Mathematically, if the variance of one step is </a:t>
            </a:r>
            <a:r>
              <a:rPr lang="en-US" i="1" dirty="0"/>
              <a:t>σ</a:t>
            </a:r>
            <a:r>
              <a:rPr lang="en-US" baseline="30000" dirty="0"/>
              <a:t>2</a:t>
            </a:r>
            <a:r>
              <a:rPr lang="en-US" dirty="0"/>
              <a:t>, the variance after </a:t>
            </a:r>
            <a:r>
              <a:rPr lang="en-US" i="1" dirty="0"/>
              <a:t>t</a:t>
            </a:r>
            <a:r>
              <a:rPr lang="en-US" dirty="0"/>
              <a:t> steps is </a:t>
            </a:r>
            <a:r>
              <a:rPr lang="en-US" i="1" dirty="0"/>
              <a:t>t</a:t>
            </a:r>
            <a:r>
              <a:rPr lang="en-US" dirty="0"/>
              <a:t>×</a:t>
            </a:r>
            <a:r>
              <a:rPr lang="en-US" i="1" dirty="0"/>
              <a:t> σ</a:t>
            </a:r>
            <a:r>
              <a:rPr lang="en-US" baseline="30000" dirty="0"/>
              <a:t>2</a:t>
            </a:r>
          </a:p>
          <a:p>
            <a:pPr lvl="1"/>
            <a:r>
              <a:rPr lang="en-US" dirty="0"/>
              <a:t>Because the variance equals </a:t>
            </a:r>
            <a:r>
              <a:rPr lang="en-US" i="1" dirty="0"/>
              <a:t>t </a:t>
            </a:r>
            <a:r>
              <a:rPr lang="en-US" dirty="0"/>
              <a:t>×</a:t>
            </a:r>
            <a:r>
              <a:rPr lang="en-US" i="1" dirty="0"/>
              <a:t> σ</a:t>
            </a:r>
            <a:r>
              <a:rPr lang="en-US" baseline="30000" dirty="0"/>
              <a:t>2</a:t>
            </a:r>
            <a:r>
              <a:rPr lang="en-US" dirty="0"/>
              <a:t>, as time (</a:t>
            </a:r>
            <a:r>
              <a:rPr lang="en-US" i="1" dirty="0"/>
              <a:t>t</a:t>
            </a:r>
            <a:r>
              <a:rPr lang="en-US" dirty="0"/>
              <a:t>) goes to infinity, the variance goes to infinity. This presents the </a:t>
            </a:r>
            <a:r>
              <a:rPr lang="en-US" b="1" dirty="0"/>
              <a:t>wandering problem</a:t>
            </a:r>
            <a:r>
              <a:rPr lang="en-US" dirty="0"/>
              <a:t>(infinite variance).</a:t>
            </a:r>
          </a:p>
        </p:txBody>
      </p:sp>
      <p:pic>
        <p:nvPicPr>
          <p:cNvPr id="3074" name="Picture 2" descr="What Is Variance in Statistics? Definition, Formula, and Example">
            <a:extLst>
              <a:ext uri="{FF2B5EF4-FFF2-40B4-BE49-F238E27FC236}">
                <a16:creationId xmlns:a16="http://schemas.microsoft.com/office/drawing/2014/main" id="{1AE26476-7F49-C688-C32F-B46891EBB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0482" y="165267"/>
            <a:ext cx="2490537" cy="1660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2772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8690F-A42A-E2FD-BC72-E9AD3705B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the “Math Police” Want?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7F0F1-C2DA-FD4B-C0F9-6EF15C144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Machine learning to work, our model needs to </a:t>
            </a:r>
            <a:r>
              <a:rPr lang="en-US" b="1" dirty="0"/>
              <a:t>trust</a:t>
            </a:r>
            <a:r>
              <a:rPr lang="en-US" dirty="0"/>
              <a:t> our data</a:t>
            </a:r>
          </a:p>
          <a:p>
            <a:pPr lvl="1"/>
            <a:r>
              <a:rPr lang="en-US" dirty="0"/>
              <a:t>We can’t allow this idea of </a:t>
            </a:r>
            <a:r>
              <a:rPr lang="en-US" i="1" dirty="0"/>
              <a:t>wandering or infinite variance</a:t>
            </a:r>
            <a:endParaRPr lang="en-US" dirty="0"/>
          </a:p>
          <a:p>
            <a:r>
              <a:rPr lang="en-US" dirty="0"/>
              <a:t>Does anyone remember what RSI tells us?</a:t>
            </a:r>
          </a:p>
          <a:p>
            <a:pPr lvl="1"/>
            <a:r>
              <a:rPr lang="en-US" dirty="0"/>
              <a:t>Imagine we train an AI to “buy” whenever the RSI is low and the price is $100</a:t>
            </a:r>
          </a:p>
          <a:p>
            <a:pPr lvl="2"/>
            <a:r>
              <a:rPr lang="en-US" dirty="0"/>
              <a:t>In 2004, $100 might be an all-time high (A "Sell" signal)</a:t>
            </a:r>
          </a:p>
          <a:p>
            <a:pPr lvl="2"/>
            <a:r>
              <a:rPr lang="en-US" dirty="0"/>
              <a:t>In 2024, $100 might be a massive crash bottom (A "Buy" signal)</a:t>
            </a:r>
          </a:p>
          <a:p>
            <a:pPr lvl="1"/>
            <a:r>
              <a:rPr lang="en-US" dirty="0"/>
              <a:t>Because the price (the walker) has "wandered" so far from its 2004 starting point, the </a:t>
            </a:r>
            <a:r>
              <a:rPr lang="en-US" b="1" dirty="0"/>
              <a:t>number 100</a:t>
            </a:r>
            <a:r>
              <a:rPr lang="en-US" dirty="0"/>
              <a:t> no longer means the same thing to the model.</a:t>
            </a:r>
          </a:p>
          <a:p>
            <a:r>
              <a:rPr lang="en-US" dirty="0"/>
              <a:t>Our goal is to create </a:t>
            </a:r>
            <a:r>
              <a:rPr lang="en-US" b="1" dirty="0"/>
              <a:t>stationary</a:t>
            </a:r>
            <a:r>
              <a:rPr lang="en-US" dirty="0"/>
              <a:t> data, let’s formalize the rules</a:t>
            </a:r>
          </a:p>
        </p:txBody>
      </p:sp>
    </p:spTree>
    <p:extLst>
      <p:ext uri="{BB962C8B-B14F-4D97-AF65-F5344CB8AC3E}">
        <p14:creationId xmlns:p14="http://schemas.microsoft.com/office/powerpoint/2010/main" val="2440797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288A9-A0BE-BB24-ECAC-B116D78A4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something Stationary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74B0E-61EF-DBE8-9479-CAD4E2EA1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For a dataset to be considered stationary, we have three rules</a:t>
            </a:r>
          </a:p>
          <a:p>
            <a:pPr lvl="1"/>
            <a:r>
              <a:rPr lang="en-US" dirty="0"/>
              <a:t>1. The average value shouldn’t drift over time</a:t>
            </a:r>
          </a:p>
          <a:p>
            <a:pPr lvl="2"/>
            <a:r>
              <a:rPr lang="en-US" b="1" dirty="0"/>
              <a:t>Price Fails: </a:t>
            </a:r>
            <a:r>
              <a:rPr lang="en-US" dirty="0"/>
              <a:t>If you look at NVDA in 2015, the average price was maybe $5. In 2024, the average price was $900. The mean has drifted massively</a:t>
            </a:r>
          </a:p>
          <a:p>
            <a:pPr lvl="3"/>
            <a:r>
              <a:rPr lang="en-US" b="1" dirty="0"/>
              <a:t>AI get’s completely lost trying to compare the data</a:t>
            </a:r>
          </a:p>
          <a:p>
            <a:pPr lvl="1"/>
            <a:r>
              <a:rPr lang="en-US" dirty="0"/>
              <a:t>2. Constant Variance: The range of the dataset should not expand or contract wildly</a:t>
            </a:r>
          </a:p>
          <a:p>
            <a:pPr lvl="2"/>
            <a:r>
              <a:rPr lang="en-US" b="1" dirty="0"/>
              <a:t>Price Fails: </a:t>
            </a:r>
            <a:r>
              <a:rPr lang="en-US" dirty="0"/>
              <a:t>When a stock trades at $100, a “big day” might be a $2 move. When a stock trades at $1000, a “big day” is a $20 move. </a:t>
            </a:r>
          </a:p>
          <a:p>
            <a:pPr lvl="3"/>
            <a:r>
              <a:rPr lang="en-US" dirty="0"/>
              <a:t>As price grows, the variance(volatility in dollar terms) grows with it. The technical term for this is </a:t>
            </a:r>
            <a:r>
              <a:rPr lang="en-US" i="1" dirty="0"/>
              <a:t>heteroscedasticity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3. No Memory (Independence): Knowing yesterdays value shouldn’t automatically tell you todays value</a:t>
            </a:r>
          </a:p>
          <a:p>
            <a:pPr lvl="2"/>
            <a:r>
              <a:rPr lang="en-US" b="1" dirty="0"/>
              <a:t>Price Fails: </a:t>
            </a:r>
            <a:r>
              <a:rPr lang="en-US" dirty="0"/>
              <a:t>Prices have a long memory. If the price closed at $500 yesterday, your best guess for today is $500. This is heavily dependent on the past.</a:t>
            </a:r>
          </a:p>
          <a:p>
            <a:pPr lvl="2"/>
            <a:r>
              <a:rPr lang="en-US" dirty="0"/>
              <a:t>Requires us to sum </a:t>
            </a:r>
            <a:r>
              <a:rPr lang="en-US" i="1" dirty="0"/>
              <a:t>every</a:t>
            </a:r>
            <a:r>
              <a:rPr lang="en-US" dirty="0"/>
              <a:t> step taken in history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906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AF7FA-502C-8BAC-44F8-EE1771AE5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Stationary is 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5A3CE-2DFD-7CB7-1F9C-A1D76F027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Mean Stability:</a:t>
            </a:r>
            <a:r>
              <a:rPr lang="en-US" dirty="0"/>
              <a:t> The "average" shouldn't drift. If your drunk walker is in a hallway, the mean is the center of the hall. It doesn't move.</a:t>
            </a:r>
          </a:p>
          <a:p>
            <a:r>
              <a:rPr lang="en-US" b="1" dirty="0"/>
              <a:t>Variance Stability:</a:t>
            </a:r>
            <a:r>
              <a:rPr lang="en-US" dirty="0"/>
              <a:t> The "width" of the possible moves stays the same. The walker doesn't get more erratic the longer he walks.</a:t>
            </a:r>
          </a:p>
          <a:p>
            <a:r>
              <a:rPr lang="en-US" b="1" dirty="0"/>
              <a:t>Covariance Stability:</a:t>
            </a:r>
            <a:r>
              <a:rPr lang="en-US" dirty="0"/>
              <a:t> The relationship between two points in time (e.g., today vs. 5 days ago) only depends on the </a:t>
            </a:r>
            <a:r>
              <a:rPr lang="en-US" i="1" dirty="0"/>
              <a:t>distance</a:t>
            </a:r>
            <a:r>
              <a:rPr lang="en-US" dirty="0"/>
              <a:t> between them, not the </a:t>
            </a:r>
            <a:r>
              <a:rPr lang="en-US" i="1" dirty="0"/>
              <a:t>actual date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7103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29B76-613E-BD5D-83A1-DBE0352F9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Stationary vs Non-Stationary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FB703-D221-7715-3CED-67F6D9FC8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current reality is dollar bars that are </a:t>
            </a:r>
            <a:r>
              <a:rPr lang="en-US" b="1" dirty="0"/>
              <a:t>non-stationary</a:t>
            </a:r>
            <a:endParaRPr lang="en-US" dirty="0"/>
          </a:p>
          <a:p>
            <a:pPr lvl="1"/>
            <a:r>
              <a:rPr lang="en-US" dirty="0"/>
              <a:t>They behave like a drunk walker. If he walks for a million years, he could end up on the other side of the galaxy</a:t>
            </a:r>
          </a:p>
          <a:p>
            <a:pPr lvl="1"/>
            <a:r>
              <a:rPr lang="en-US" dirty="0"/>
              <a:t>We never </a:t>
            </a:r>
            <a:r>
              <a:rPr lang="en-US" b="1" dirty="0"/>
              <a:t>reset</a:t>
            </a:r>
            <a:r>
              <a:rPr lang="en-US" dirty="0"/>
              <a:t> the uncertainty</a:t>
            </a:r>
          </a:p>
          <a:p>
            <a:pPr lvl="2"/>
            <a:r>
              <a:rPr lang="en-US" dirty="0"/>
              <a:t>A shock that happened in 2022 is still included in the price calculations for 2024</a:t>
            </a:r>
          </a:p>
          <a:p>
            <a:pPr lvl="3"/>
            <a:r>
              <a:rPr lang="en-US" dirty="0"/>
              <a:t>This accumulation of history causes the range of possible values to expand indefinitely as time passes</a:t>
            </a:r>
          </a:p>
          <a:p>
            <a:r>
              <a:rPr lang="en-US" dirty="0"/>
              <a:t>Our goal is to create </a:t>
            </a:r>
            <a:r>
              <a:rPr lang="en-US" b="1" dirty="0"/>
              <a:t>Stationary Data</a:t>
            </a:r>
            <a:endParaRPr lang="en-US" dirty="0"/>
          </a:p>
          <a:p>
            <a:pPr lvl="1"/>
            <a:r>
              <a:rPr lang="en-US" dirty="0"/>
              <a:t>We allow the data to move around, but the variance is limited to staying closer to the mean</a:t>
            </a:r>
          </a:p>
          <a:p>
            <a:pPr lvl="2"/>
            <a:r>
              <a:rPr lang="en-US" dirty="0"/>
              <a:t>It’s like putting the drunk guy in a child leash as we lead him home. </a:t>
            </a:r>
          </a:p>
        </p:txBody>
      </p:sp>
      <p:pic>
        <p:nvPicPr>
          <p:cNvPr id="1028" name="Picture 4" descr="Baby Harness For Kids Backpack Leash Kids Backpack With Leash Kids Backpack  With Safety Harness">
            <a:extLst>
              <a:ext uri="{FF2B5EF4-FFF2-40B4-BE49-F238E27FC236}">
                <a16:creationId xmlns:a16="http://schemas.microsoft.com/office/drawing/2014/main" id="{05C42511-F8AA-20DE-41A0-EF89584F8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8896" y="5168765"/>
            <a:ext cx="1568088" cy="156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0187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17383-E221-F658-55D2-79AA17959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28C71-0523-DDA0-45A9-72218A58A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Our goal is </a:t>
            </a:r>
            <a:r>
              <a:rPr lang="en-US" i="1" dirty="0"/>
              <a:t>once again</a:t>
            </a:r>
            <a:r>
              <a:rPr lang="en-US" dirty="0"/>
              <a:t> to transition this data into more useable information through a process known as </a:t>
            </a:r>
            <a:r>
              <a:rPr lang="en-US" i="1" dirty="0"/>
              <a:t>data cleaning</a:t>
            </a:r>
            <a:endParaRPr lang="en-US" dirty="0"/>
          </a:p>
          <a:p>
            <a:pPr lvl="1"/>
            <a:r>
              <a:rPr lang="en-US" dirty="0"/>
              <a:t>Reminder</a:t>
            </a:r>
          </a:p>
          <a:p>
            <a:pPr lvl="2"/>
            <a:r>
              <a:rPr lang="en-US" dirty="0"/>
              <a:t>Data is raw, chaotic, messy</a:t>
            </a:r>
          </a:p>
          <a:p>
            <a:pPr lvl="2"/>
            <a:r>
              <a:rPr lang="en-US" dirty="0"/>
              <a:t>Information is refined signals that a model can use to make a decision</a:t>
            </a:r>
          </a:p>
          <a:p>
            <a:r>
              <a:rPr lang="en-US" dirty="0"/>
              <a:t>We have gone through two layers of filtering so far</a:t>
            </a:r>
          </a:p>
          <a:p>
            <a:pPr lvl="1"/>
            <a:r>
              <a:rPr lang="en-US" dirty="0"/>
              <a:t>Ticks -&gt; OHCVL -&gt; Dollar bars</a:t>
            </a:r>
          </a:p>
          <a:p>
            <a:pPr lvl="1"/>
            <a:r>
              <a:rPr lang="en-US" dirty="0"/>
              <a:t>All assets on NASDAQ + NYSE -&gt; top 1000</a:t>
            </a:r>
          </a:p>
          <a:p>
            <a:r>
              <a:rPr lang="en-US" dirty="0"/>
              <a:t>We need </a:t>
            </a:r>
            <a:r>
              <a:rPr lang="en-US" i="1" dirty="0"/>
              <a:t>another</a:t>
            </a:r>
            <a:r>
              <a:rPr lang="en-US" dirty="0"/>
              <a:t> layer</a:t>
            </a:r>
          </a:p>
          <a:p>
            <a:pPr lvl="1"/>
            <a:r>
              <a:rPr lang="en-US" dirty="0"/>
              <a:t>We want to transform our data into a state that satisfies the “math police” without losing the </a:t>
            </a:r>
            <a:r>
              <a:rPr lang="en-US" b="1" dirty="0"/>
              <a:t>story</a:t>
            </a:r>
            <a:r>
              <a:rPr lang="en-US" dirty="0"/>
              <a:t> the market is telling us </a:t>
            </a:r>
          </a:p>
        </p:txBody>
      </p:sp>
    </p:spTree>
    <p:extLst>
      <p:ext uri="{BB962C8B-B14F-4D97-AF65-F5344CB8AC3E}">
        <p14:creationId xmlns:p14="http://schemas.microsoft.com/office/powerpoint/2010/main" val="325644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E8EC2-0928-C4CD-F146-B74C0A87A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Cleaning Data for a "Reasonable"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79D71-AB3E-803B-8968-3444B93BB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Imagine you are training an AI to control a </a:t>
            </a:r>
            <a:r>
              <a:rPr lang="en-US" b="1" dirty="0"/>
              <a:t>Smart Thermostat</a:t>
            </a:r>
          </a:p>
          <a:p>
            <a:pPr lvl="1"/>
            <a:r>
              <a:rPr lang="en-US" dirty="0"/>
              <a:t>The Raw Data (Non-Stationary): </a:t>
            </a:r>
          </a:p>
          <a:p>
            <a:pPr lvl="2"/>
            <a:r>
              <a:rPr lang="en-US" dirty="0"/>
              <a:t>The raw sensor reading is 72(F)</a:t>
            </a:r>
          </a:p>
          <a:p>
            <a:pPr lvl="3"/>
            <a:r>
              <a:rPr lang="en-US" dirty="0"/>
              <a:t>What is the context(the </a:t>
            </a:r>
            <a:r>
              <a:rPr lang="en-US" i="1" dirty="0"/>
              <a:t>external environment</a:t>
            </a:r>
            <a:r>
              <a:rPr lang="en-US" dirty="0"/>
              <a:t>)? </a:t>
            </a:r>
          </a:p>
          <a:p>
            <a:pPr lvl="1"/>
            <a:r>
              <a:rPr lang="en-US" dirty="0"/>
              <a:t>The cost of combating Drift</a:t>
            </a:r>
          </a:p>
          <a:p>
            <a:pPr lvl="2"/>
            <a:r>
              <a:rPr lang="en-US" dirty="0"/>
              <a:t>Imagine the outside temperature is 110. </a:t>
            </a:r>
          </a:p>
          <a:p>
            <a:pPr lvl="3"/>
            <a:r>
              <a:rPr lang="en-US" dirty="0"/>
              <a:t>If you only look at the room temperature, the data looks "fine." It looks stable.</a:t>
            </a:r>
          </a:p>
          <a:p>
            <a:pPr lvl="3"/>
            <a:r>
              <a:rPr lang="en-US" dirty="0"/>
              <a:t>In reality the AC might be ready to blow a fuse because it’s under immense pressure</a:t>
            </a:r>
          </a:p>
          <a:p>
            <a:pPr lvl="3"/>
            <a:r>
              <a:rPr lang="en-US" dirty="0"/>
              <a:t>Our AC unit struggles because it is fighting an </a:t>
            </a:r>
            <a:r>
              <a:rPr lang="en-US" b="1" dirty="0"/>
              <a:t>unbounded process</a:t>
            </a:r>
            <a:r>
              <a:rPr lang="en-US" dirty="0"/>
              <a:t> using a </a:t>
            </a:r>
            <a:r>
              <a:rPr lang="en-US" b="1" dirty="0"/>
              <a:t>bounded tool</a:t>
            </a:r>
            <a:endParaRPr lang="en-US" dirty="0"/>
          </a:p>
          <a:p>
            <a:pPr lvl="2"/>
            <a:r>
              <a:rPr lang="en-US" dirty="0"/>
              <a:t>This ability to combat drift is incredibly important</a:t>
            </a:r>
          </a:p>
          <a:p>
            <a:pPr lvl="3"/>
            <a:r>
              <a:rPr lang="en-US" dirty="0"/>
              <a:t>If a stock stays at $150 for two years, while the rest of the market crashes around it</a:t>
            </a:r>
          </a:p>
          <a:p>
            <a:pPr lvl="4"/>
            <a:r>
              <a:rPr lang="en-US" dirty="0"/>
              <a:t>This isn’t </a:t>
            </a:r>
            <a:r>
              <a:rPr lang="en-US" i="1" dirty="0"/>
              <a:t>sideways data, </a:t>
            </a:r>
            <a:r>
              <a:rPr lang="en-US" dirty="0"/>
              <a:t>it’s an incredible signal of stability and strength</a:t>
            </a:r>
          </a:p>
          <a:p>
            <a:r>
              <a:rPr lang="en-US" dirty="0"/>
              <a:t>In non-stationary systems, the "absolute value" (Price or Temperature) hides the true story. </a:t>
            </a:r>
          </a:p>
          <a:p>
            <a:pPr lvl="1"/>
            <a:r>
              <a:rPr lang="en-US" dirty="0"/>
              <a:t>We clean the data so the model can see the </a:t>
            </a:r>
            <a:r>
              <a:rPr lang="en-US" b="1" dirty="0"/>
              <a:t>relative struggle</a:t>
            </a:r>
            <a:r>
              <a:rPr lang="en-US" dirty="0"/>
              <a:t>, not just the final number.</a:t>
            </a:r>
          </a:p>
        </p:txBody>
      </p:sp>
    </p:spTree>
    <p:extLst>
      <p:ext uri="{BB962C8B-B14F-4D97-AF65-F5344CB8AC3E}">
        <p14:creationId xmlns:p14="http://schemas.microsoft.com/office/powerpoint/2010/main" val="3082265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4EBEF-8D78-524C-1A81-714F85F20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Drunk Walker in a New Suit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B346D-CE29-A355-A31D-D1F7FFBBB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He looks better, he's moving more logically based, but he's still drunk</a:t>
            </a:r>
          </a:p>
          <a:p>
            <a:pPr lvl="1"/>
            <a:r>
              <a:rPr lang="en-US" dirty="0"/>
              <a:t>We have removed the clock time noise</a:t>
            </a:r>
          </a:p>
          <a:p>
            <a:pPr lvl="2"/>
            <a:r>
              <a:rPr lang="en-US" dirty="0"/>
              <a:t>We are now sampling based on </a:t>
            </a:r>
            <a:r>
              <a:rPr lang="en-US" b="1" dirty="0"/>
              <a:t>economic activity</a:t>
            </a:r>
            <a:endParaRPr lang="en-US" dirty="0"/>
          </a:p>
          <a:p>
            <a:pPr lvl="2"/>
            <a:r>
              <a:rPr lang="en-US" dirty="0"/>
              <a:t>But…the result is still a series of absolute prices </a:t>
            </a:r>
          </a:p>
          <a:p>
            <a:r>
              <a:rPr lang="en-US" dirty="0"/>
              <a:t>The lingering problem</a:t>
            </a:r>
          </a:p>
          <a:p>
            <a:pPr lvl="1"/>
            <a:r>
              <a:rPr lang="en-US" dirty="0"/>
              <a:t>Even if the walker only takes a step at a time, he’s still drunk!</a:t>
            </a:r>
          </a:p>
          <a:p>
            <a:r>
              <a:rPr lang="en-US" dirty="0"/>
              <a:t>Our cleaned dollar bars tell the model: “the price is $150!”</a:t>
            </a:r>
          </a:p>
          <a:p>
            <a:pPr lvl="1"/>
            <a:r>
              <a:rPr lang="en-US" dirty="0"/>
              <a:t>The model asks: “is that expensive?”</a:t>
            </a:r>
          </a:p>
          <a:p>
            <a:r>
              <a:rPr lang="en-US" dirty="0"/>
              <a:t>Reimagining:</a:t>
            </a:r>
          </a:p>
          <a:p>
            <a:pPr lvl="1"/>
            <a:r>
              <a:rPr lang="en-US" dirty="0"/>
              <a:t>We need to stop looking at the dollar bar as the </a:t>
            </a:r>
            <a:r>
              <a:rPr lang="en-US" b="1" dirty="0"/>
              <a:t>destination</a:t>
            </a:r>
            <a:r>
              <a:rPr lang="en-US" dirty="0"/>
              <a:t>(price)</a:t>
            </a:r>
          </a:p>
          <a:p>
            <a:pPr lvl="1"/>
            <a:r>
              <a:rPr lang="en-US" dirty="0"/>
              <a:t>We need to </a:t>
            </a:r>
            <a:r>
              <a:rPr lang="en-US" i="1" dirty="0"/>
              <a:t>start</a:t>
            </a:r>
            <a:r>
              <a:rPr lang="en-US" dirty="0"/>
              <a:t> looking at it as the </a:t>
            </a:r>
            <a:r>
              <a:rPr lang="en-US" b="1" dirty="0"/>
              <a:t>Signal</a:t>
            </a:r>
            <a:r>
              <a:rPr lang="en-US" dirty="0"/>
              <a:t>(change) that remembers it’s path</a:t>
            </a:r>
          </a:p>
        </p:txBody>
      </p:sp>
    </p:spTree>
    <p:extLst>
      <p:ext uri="{BB962C8B-B14F-4D97-AF65-F5344CB8AC3E}">
        <p14:creationId xmlns:p14="http://schemas.microsoft.com/office/powerpoint/2010/main" val="24275918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EC771-F891-412B-BC01-F10955A18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Industry Standard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0E057-30C0-3213-B40D-24DA75B77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Dollar Returns</a:t>
            </a:r>
          </a:p>
          <a:p>
            <a:pPr lvl="1"/>
            <a:r>
              <a:rPr lang="en-US" dirty="0"/>
              <a:t>This allows us to convert our absolute price into a series of percentage changes</a:t>
            </a:r>
          </a:p>
          <a:p>
            <a:pPr lvl="1"/>
            <a:r>
              <a:rPr lang="en-US" dirty="0"/>
              <a:t>This is the percentage change from day X to day X+1</a:t>
            </a:r>
          </a:p>
          <a:p>
            <a:pPr lvl="2"/>
            <a:r>
              <a:rPr lang="en-US" dirty="0"/>
              <a:t>Return=(Price Today−Price Yesterday) / Price Yesterday</a:t>
            </a:r>
          </a:p>
          <a:p>
            <a:pPr lvl="1"/>
            <a:r>
              <a:rPr lang="en-US" dirty="0"/>
              <a:t>In math terms:</a:t>
            </a:r>
          </a:p>
          <a:p>
            <a:pPr lvl="2"/>
            <a:r>
              <a:rPr lang="en-US" dirty="0"/>
              <a:t>Raw price is a cumulative sum; it carries the baggage of every trade ever made</a:t>
            </a:r>
          </a:p>
          <a:p>
            <a:pPr lvl="2"/>
            <a:r>
              <a:rPr lang="en-US" dirty="0"/>
              <a:t>By subtracting yesterday's price, we are </a:t>
            </a:r>
            <a:r>
              <a:rPr lang="en-US" b="1" dirty="0"/>
              <a:t>differentiating </a:t>
            </a:r>
            <a:r>
              <a:rPr lang="en-US" dirty="0"/>
              <a:t>(taking the difference)</a:t>
            </a:r>
          </a:p>
          <a:p>
            <a:pPr lvl="2"/>
            <a:r>
              <a:rPr lang="en-US" dirty="0"/>
              <a:t>We are deleting the cumulative history and leaving only the </a:t>
            </a:r>
            <a:r>
              <a:rPr lang="en-US" b="1" dirty="0"/>
              <a:t>innovation </a:t>
            </a:r>
          </a:p>
          <a:p>
            <a:r>
              <a:rPr lang="en-US" dirty="0"/>
              <a:t>It allows us to create a </a:t>
            </a:r>
            <a:r>
              <a:rPr lang="en-US" b="1" dirty="0"/>
              <a:t>delta </a:t>
            </a:r>
            <a:r>
              <a:rPr lang="en-US" dirty="0"/>
              <a:t>Δ</a:t>
            </a:r>
            <a:r>
              <a:rPr lang="en-US" b="1" dirty="0"/>
              <a:t> </a:t>
            </a:r>
            <a:r>
              <a:rPr lang="en-US" dirty="0"/>
              <a:t>that shows the change from day x to day x+1</a:t>
            </a:r>
          </a:p>
          <a:p>
            <a:pPr lvl="1"/>
            <a:r>
              <a:rPr lang="en-US" dirty="0"/>
              <a:t>+2%, -2%, +5%, -10% </a:t>
            </a:r>
          </a:p>
          <a:p>
            <a:r>
              <a:rPr lang="en-US" dirty="0"/>
              <a:t>Let’s run this through our three rules to see how the outcome shifts</a:t>
            </a:r>
          </a:p>
          <a:p>
            <a:pPr lvl="2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589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B58D8-67E2-D7FD-7C80-907C1EEEB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C7017-ABF6-41D6-966C-BB26D5D16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Stationary Check: Returns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7B979-6DA8-4072-2A26-391F38E10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1. The average value shouldn’t drift over time</a:t>
            </a:r>
          </a:p>
          <a:p>
            <a:pPr lvl="2"/>
            <a:r>
              <a:rPr lang="en-US" b="1" dirty="0"/>
              <a:t>Returns passes: </a:t>
            </a:r>
            <a:r>
              <a:rPr lang="en-US" dirty="0"/>
              <a:t>If NVDA goes up 1% in 2015, and 1% in 2024, those numbers are mathematically identical (0.01). Whether the stock is trading at $5 or $900, the daily percent change usually hovers around an average of 0.0% to 0.05%. This results in a stable mean</a:t>
            </a:r>
          </a:p>
          <a:p>
            <a:r>
              <a:rPr lang="en-US" dirty="0"/>
              <a:t>2. Constant Variance: The range of the dataset should not expand or contract wildly</a:t>
            </a:r>
          </a:p>
          <a:p>
            <a:pPr lvl="2"/>
            <a:r>
              <a:rPr lang="en-US" b="1" dirty="0"/>
              <a:t>Returns passes:  </a:t>
            </a:r>
            <a:r>
              <a:rPr lang="en-US" dirty="0"/>
              <a:t>By converting to percentage terms, you normalize this. </a:t>
            </a:r>
          </a:p>
          <a:p>
            <a:pPr lvl="4"/>
            <a:r>
              <a:rPr lang="en-US" dirty="0"/>
              <a:t>A $2 move on $100 is 2%. A $20 move on $1000 is also 2%. The "scale" of the data stays consistent regardless of the price level</a:t>
            </a:r>
          </a:p>
          <a:p>
            <a:r>
              <a:rPr lang="en-US" dirty="0"/>
              <a:t>3. No Memory (Independence): Knowing yesterdays value shouldn’t automatically tell you todays value</a:t>
            </a:r>
          </a:p>
          <a:p>
            <a:pPr lvl="2"/>
            <a:r>
              <a:rPr lang="en-US" b="1" dirty="0"/>
              <a:t>Returns passes:  </a:t>
            </a:r>
            <a:r>
              <a:rPr lang="en-US" dirty="0"/>
              <a:t>This is where you "strip the memory." If the stock went up 1% yesterday, that tells you almost </a:t>
            </a:r>
            <a:r>
              <a:rPr lang="en-US" i="1" dirty="0"/>
              <a:t>nothing</a:t>
            </a:r>
            <a:r>
              <a:rPr lang="en-US" dirty="0"/>
              <a:t> about whether it will go up or down today.</a:t>
            </a:r>
          </a:p>
          <a:p>
            <a:pPr lvl="3"/>
            <a:r>
              <a:rPr lang="en-US" dirty="0"/>
              <a:t>Returns are largely independent noise. You have deleted the history of where the walker came from and are looking only at his last step</a:t>
            </a:r>
          </a:p>
          <a:p>
            <a:r>
              <a:rPr lang="en-US" dirty="0"/>
              <a:t>Back to our dunk person example:</a:t>
            </a:r>
          </a:p>
          <a:p>
            <a:pPr lvl="1"/>
            <a:r>
              <a:rPr lang="en-US" dirty="0"/>
              <a:t>(dollar bars) you get a phone call from the walker and he says: “I am at mile marker 50”</a:t>
            </a:r>
          </a:p>
          <a:p>
            <a:pPr lvl="2"/>
            <a:r>
              <a:rPr lang="en-US" dirty="0"/>
              <a:t>Prediction: our best guess is his next step has him somewhere near mile marker 50</a:t>
            </a:r>
          </a:p>
          <a:p>
            <a:pPr lvl="1"/>
            <a:r>
              <a:rPr lang="en-US" dirty="0"/>
              <a:t>(returns) you get a phone call from the walker and he says: “I just took a step north”</a:t>
            </a:r>
          </a:p>
          <a:p>
            <a:pPr lvl="2"/>
            <a:r>
              <a:rPr lang="en-US" dirty="0"/>
              <a:t>Prediction: Does knowing he stepped North today tell you where he is on the map?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508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33B4-AA5D-E310-CC45-437DF105D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is </a:t>
            </a:r>
            <a:r>
              <a:rPr lang="en-US" b="1" dirty="0"/>
              <a:t>never</a:t>
            </a:r>
            <a:r>
              <a:rPr lang="en-US" dirty="0"/>
              <a:t> that easy!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90FF6-9487-E5A4-6E86-8611B53DE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Although stationary data is a necessary property for inferential purposes and machine learning, it is rarely the case in signal processing that we wish all memory to be erased</a:t>
            </a:r>
          </a:p>
          <a:p>
            <a:pPr lvl="1"/>
            <a:r>
              <a:rPr lang="en-US" dirty="0"/>
              <a:t>At the end of the day, memory is the basis for the model’s predictive power</a:t>
            </a:r>
          </a:p>
          <a:p>
            <a:r>
              <a:rPr lang="en-US" dirty="0"/>
              <a:t>As an example: </a:t>
            </a:r>
          </a:p>
          <a:p>
            <a:pPr lvl="1"/>
            <a:r>
              <a:rPr lang="en-US" dirty="0"/>
              <a:t>Equilibrium models need some memory to assess how far the price process has drifted away from the long term expected value to generate a forecast</a:t>
            </a:r>
          </a:p>
          <a:p>
            <a:r>
              <a:rPr lang="en-US" dirty="0"/>
              <a:t>Our Delema</a:t>
            </a:r>
          </a:p>
          <a:p>
            <a:pPr lvl="1"/>
            <a:r>
              <a:rPr lang="en-US" dirty="0"/>
              <a:t>Returns are stationary, however memory-less, and prices have memory, however they are non-stationary</a:t>
            </a:r>
          </a:p>
        </p:txBody>
      </p:sp>
    </p:spTree>
    <p:extLst>
      <p:ext uri="{BB962C8B-B14F-4D97-AF65-F5344CB8AC3E}">
        <p14:creationId xmlns:p14="http://schemas.microsoft.com/office/powerpoint/2010/main" val="1805302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5B8A9-E4F7-52AF-3B3A-560043A9F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to consider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1FE55-CEFB-712D-A103-CE0511220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know supervised learning algorithms typically require station features</a:t>
            </a:r>
          </a:p>
          <a:p>
            <a:pPr lvl="1"/>
            <a:r>
              <a:rPr lang="en-US" dirty="0"/>
              <a:t>They reason is that we need to map a previously unseen(unlabeled) observation to a collection of labeled examples, and infer from them the label of that new observation</a:t>
            </a:r>
          </a:p>
          <a:p>
            <a:pPr lvl="1"/>
            <a:r>
              <a:rPr lang="en-US" dirty="0"/>
              <a:t>If our features are not stationary, we cannot map the new observation to a large number of known examples</a:t>
            </a:r>
          </a:p>
          <a:p>
            <a:pPr lvl="1"/>
            <a:r>
              <a:rPr lang="en-US" dirty="0"/>
              <a:t>We know that stationary does not ensure predictive power</a:t>
            </a:r>
          </a:p>
          <a:p>
            <a:r>
              <a:rPr lang="en-US" dirty="0"/>
              <a:t>Stationarity is a necessary, non-sufficient condition for the high performance of a ML algorithm</a:t>
            </a:r>
          </a:p>
        </p:txBody>
      </p:sp>
    </p:spTree>
    <p:extLst>
      <p:ext uri="{BB962C8B-B14F-4D97-AF65-F5344CB8AC3E}">
        <p14:creationId xmlns:p14="http://schemas.microsoft.com/office/powerpoint/2010/main" val="10181228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953-7F1D-E847-7A3D-6A8196621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fundamental trade 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56E09-6204-B77C-DB53-9758830D6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stuck at this trade-off between stationarity and memory</a:t>
            </a:r>
          </a:p>
          <a:p>
            <a:pPr lvl="1"/>
            <a:r>
              <a:rPr lang="en-US" dirty="0"/>
              <a:t>We can always make a series more stationary through some mathematical operations but it comes at the cost of erasing some memory</a:t>
            </a:r>
          </a:p>
          <a:p>
            <a:pPr lvl="2"/>
            <a:r>
              <a:rPr lang="en-US" dirty="0"/>
              <a:t>Defeats the purpose of the ML algorithm!</a:t>
            </a:r>
          </a:p>
          <a:p>
            <a:r>
              <a:rPr lang="en-US" dirty="0"/>
              <a:t>This leads us to the fundamental question of </a:t>
            </a:r>
          </a:p>
          <a:p>
            <a:pPr lvl="1"/>
            <a:r>
              <a:rPr lang="en-US" dirty="0"/>
              <a:t>What is the </a:t>
            </a:r>
            <a:r>
              <a:rPr lang="en-US" b="1" dirty="0"/>
              <a:t>minimum</a:t>
            </a:r>
            <a:r>
              <a:rPr lang="en-US" dirty="0"/>
              <a:t> amount of differentiation that makes a price series stationary while preserving as much memory as possible?</a:t>
            </a:r>
          </a:p>
          <a:p>
            <a:pPr lvl="1"/>
            <a:r>
              <a:rPr lang="en-US" dirty="0"/>
              <a:t>How do we go about calculating this, how do we go about verifying this?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0471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DBC3D-E9A9-3678-5BF7-42F74C8DA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 Usually Fail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DEB41-91FE-F122-EDF4-650944DF9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Standard finance forces us to choose integers</a:t>
            </a:r>
          </a:p>
          <a:p>
            <a:pPr lvl="1"/>
            <a:r>
              <a:rPr lang="en-US" dirty="0"/>
              <a:t>The history has trained sheep to only think of two choices</a:t>
            </a:r>
          </a:p>
          <a:p>
            <a:pPr lvl="2"/>
            <a:r>
              <a:rPr lang="en-US" dirty="0"/>
              <a:t>At </a:t>
            </a:r>
            <a:r>
              <a:rPr lang="en-US" i="1" dirty="0"/>
              <a:t>d</a:t>
            </a:r>
            <a:r>
              <a:rPr lang="en-US" dirty="0"/>
              <a:t>=0, the weights applied to history are effectively just 1.0 on the current observation. We treat the price as a "cumulative sum" of every shock that has ever happened</a:t>
            </a:r>
          </a:p>
          <a:p>
            <a:pPr lvl="2"/>
            <a:r>
              <a:rPr lang="en-US" dirty="0"/>
              <a:t>At </a:t>
            </a:r>
            <a:r>
              <a:rPr lang="en-US" i="1" dirty="0"/>
              <a:t>d</a:t>
            </a:r>
            <a:r>
              <a:rPr lang="en-US" dirty="0"/>
              <a:t>=1, We calculate </a:t>
            </a:r>
            <a:r>
              <a:rPr lang="en-US" i="1" dirty="0"/>
              <a:t>Pt</a:t>
            </a:r>
            <a:r>
              <a:rPr lang="en-US" dirty="0"/>
              <a:t>​−</a:t>
            </a:r>
            <a:r>
              <a:rPr lang="en-US" i="1" dirty="0"/>
              <a:t>Pt</a:t>
            </a:r>
            <a:r>
              <a:rPr lang="en-US" dirty="0"/>
              <a:t>−1​. In terms of weights, we apply a weight of 1.0 to today and −1.0 to yesterday. The weight for the day before yesterday (</a:t>
            </a:r>
            <a:r>
              <a:rPr lang="en-US" i="1" dirty="0"/>
              <a:t>t</a:t>
            </a:r>
            <a:r>
              <a:rPr lang="en-US" dirty="0"/>
              <a:t>−2) is </a:t>
            </a:r>
            <a:r>
              <a:rPr lang="en-US" b="1" dirty="0"/>
              <a:t>0</a:t>
            </a:r>
            <a:r>
              <a:rPr lang="en-US" dirty="0"/>
              <a:t>. The weight for last year is </a:t>
            </a:r>
            <a:r>
              <a:rPr lang="en-US" b="1" dirty="0"/>
              <a:t>0</a:t>
            </a:r>
            <a:r>
              <a:rPr lang="en-US" dirty="0"/>
              <a:t>. All history beyond 1 lag is mathematically erased</a:t>
            </a:r>
          </a:p>
          <a:p>
            <a:r>
              <a:rPr lang="en-US" dirty="0"/>
              <a:t>The Engineering question</a:t>
            </a:r>
          </a:p>
          <a:p>
            <a:pPr lvl="1"/>
            <a:r>
              <a:rPr lang="en-US" dirty="0"/>
              <a:t>Is there somehow a number that can exist between 0 and 1 </a:t>
            </a:r>
          </a:p>
          <a:p>
            <a:pPr lvl="1"/>
            <a:r>
              <a:rPr lang="en-US" dirty="0"/>
              <a:t>Choosing </a:t>
            </a:r>
            <a:r>
              <a:rPr lang="en-US" i="1" dirty="0"/>
              <a:t>d</a:t>
            </a:r>
            <a:r>
              <a:rPr lang="en-US" dirty="0"/>
              <a:t>=1 is mathematically arbitrary. Why must we subtract </a:t>
            </a:r>
            <a:r>
              <a:rPr lang="en-US" i="1" dirty="0"/>
              <a:t>exactly</a:t>
            </a:r>
            <a:r>
              <a:rPr lang="en-US" dirty="0"/>
              <a:t> 100%</a:t>
            </a:r>
          </a:p>
          <a:p>
            <a:pPr lvl="2"/>
            <a:r>
              <a:rPr lang="en-US" dirty="0"/>
              <a:t>Why not 40% from yesterday, 10% from two days…so on</a:t>
            </a:r>
          </a:p>
        </p:txBody>
      </p:sp>
    </p:spTree>
    <p:extLst>
      <p:ext uri="{BB962C8B-B14F-4D97-AF65-F5344CB8AC3E}">
        <p14:creationId xmlns:p14="http://schemas.microsoft.com/office/powerpoint/2010/main" val="6538274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40C95-24E4-5251-6EAE-8D08AB518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Fractional Differentiation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5FEE-2EF2-4C12-4E6C-53B47F75B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Instead of setting the differentiation to either 0 or 1, we treat the differentiation order D as a </a:t>
            </a:r>
            <a:r>
              <a:rPr lang="en-US" b="1" dirty="0"/>
              <a:t>continuous variable</a:t>
            </a:r>
          </a:p>
          <a:p>
            <a:pPr lvl="1"/>
            <a:r>
              <a:rPr lang="en-US" dirty="0"/>
              <a:t>Ex: what happens if we differentiate by d=0.4</a:t>
            </a:r>
          </a:p>
          <a:p>
            <a:r>
              <a:rPr lang="en-US" dirty="0"/>
              <a:t>This process is called </a:t>
            </a:r>
            <a:r>
              <a:rPr lang="en-US" b="1" dirty="0"/>
              <a:t>Fractional Differentiation</a:t>
            </a:r>
            <a:endParaRPr lang="en-US" dirty="0"/>
          </a:p>
          <a:p>
            <a:pPr lvl="1"/>
            <a:r>
              <a:rPr lang="en-US" dirty="0"/>
              <a:t>We use a binomial series expansion to distribute the subtraction over a long history</a:t>
            </a:r>
          </a:p>
          <a:p>
            <a:r>
              <a:rPr lang="en-US" dirty="0"/>
              <a:t>The Result</a:t>
            </a:r>
          </a:p>
          <a:p>
            <a:pPr lvl="1"/>
            <a:r>
              <a:rPr lang="en-US" dirty="0"/>
              <a:t> d=0 (Free Walk): The drunk walker wanders infinitely away (Variance explodes).</a:t>
            </a:r>
          </a:p>
          <a:p>
            <a:pPr lvl="1"/>
            <a:r>
              <a:rPr lang="en-US" dirty="0"/>
              <a:t> d=1 (Reset): The walker is teleported back to the start every minute (Memory erased).</a:t>
            </a:r>
          </a:p>
          <a:p>
            <a:pPr lvl="1"/>
            <a:r>
              <a:rPr lang="en-US" dirty="0"/>
              <a:t>d=0.4 (Bungee Cord): The walker can move and establish a trend, but the weights (the tension) slowly pull the variance back towards the mean.</a:t>
            </a:r>
          </a:p>
        </p:txBody>
      </p:sp>
    </p:spTree>
    <p:extLst>
      <p:ext uri="{BB962C8B-B14F-4D97-AF65-F5344CB8AC3E}">
        <p14:creationId xmlns:p14="http://schemas.microsoft.com/office/powerpoint/2010/main" val="32949728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DE357-35E0-D60B-8AD5-03AC82F05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Hidden Drift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7695B-2831-E91D-B97A-75FEFF1DD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Binomial Expansion technically requires an infinite history of prices to calculate the correct value for today</a:t>
            </a:r>
          </a:p>
          <a:p>
            <a:pPr lvl="1"/>
            <a:r>
              <a:rPr lang="en-US" dirty="0"/>
              <a:t>We don’t have that, at most we have our start time of ‘22 as an example, but don’t have any data before it</a:t>
            </a:r>
          </a:p>
          <a:p>
            <a:r>
              <a:rPr lang="en-US" dirty="0"/>
              <a:t>So, what do we do?</a:t>
            </a:r>
          </a:p>
          <a:p>
            <a:r>
              <a:rPr lang="en-US" dirty="0"/>
              <a:t>Most people solve this by using an </a:t>
            </a:r>
            <a:r>
              <a:rPr lang="en-US" b="1" dirty="0"/>
              <a:t>"Expanding Window”</a:t>
            </a:r>
          </a:p>
          <a:p>
            <a:pPr lvl="1"/>
            <a:r>
              <a:rPr lang="en-US" dirty="0"/>
              <a:t>Using all available data from the start of the file up to today.</a:t>
            </a:r>
          </a:p>
          <a:p>
            <a:pPr lvl="2"/>
            <a:r>
              <a:rPr lang="en-US" dirty="0"/>
              <a:t>Time 100: You apply 100 weights to calculate the value.</a:t>
            </a:r>
          </a:p>
          <a:p>
            <a:pPr lvl="2"/>
            <a:r>
              <a:rPr lang="en-US" dirty="0"/>
              <a:t>Time 1,000: You apply 1,000 weights to calculate the value.</a:t>
            </a:r>
          </a:p>
          <a:p>
            <a:pPr lvl="2"/>
            <a:r>
              <a:rPr lang="en-US" dirty="0"/>
              <a:t>As time goes on, you are adding more and more negative weights to the calculation.</a:t>
            </a:r>
          </a:p>
          <a:p>
            <a:pPr lvl="3"/>
            <a:r>
              <a:rPr lang="en-US" dirty="0"/>
              <a:t>Remember that the weights (ω) are negative (e.g., -0.4, -0.12).</a:t>
            </a:r>
          </a:p>
          <a:p>
            <a:r>
              <a:rPr lang="en-US" dirty="0"/>
              <a:t>This causes the resulting values to mechanically drift downward over time, purely because the window is getting longer, not because the price is changing.</a:t>
            </a:r>
          </a:p>
        </p:txBody>
      </p:sp>
    </p:spTree>
    <p:extLst>
      <p:ext uri="{BB962C8B-B14F-4D97-AF65-F5344CB8AC3E}">
        <p14:creationId xmlns:p14="http://schemas.microsoft.com/office/powerpoint/2010/main" val="9778700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98264-B502-1E4C-607C-C4BD7868F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Fixed-Width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A1373-E0BF-ECB9-2AA7-E34D1A2B9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Our expanding window failed because the memory length kept changing(growing) causing the values to shift</a:t>
            </a:r>
          </a:p>
          <a:p>
            <a:r>
              <a:rPr lang="en-US" dirty="0"/>
              <a:t>To fix this, we need to force memory to have a constant lifespan</a:t>
            </a:r>
          </a:p>
          <a:p>
            <a:pPr lvl="1"/>
            <a:r>
              <a:rPr lang="en-US" dirty="0"/>
              <a:t>We need some sort of window…that slides</a:t>
            </a:r>
          </a:p>
          <a:p>
            <a:pPr lvl="2"/>
            <a:r>
              <a:rPr lang="en-US" dirty="0"/>
              <a:t>A sliding window perhaps!</a:t>
            </a:r>
          </a:p>
          <a:p>
            <a:r>
              <a:rPr lang="en-US" dirty="0"/>
              <a:t>The algorithm</a:t>
            </a:r>
          </a:p>
          <a:p>
            <a:pPr lvl="1"/>
            <a:r>
              <a:rPr lang="en-US" dirty="0"/>
              <a:t>We set a </a:t>
            </a:r>
            <a:r>
              <a:rPr lang="en-US" b="1" dirty="0"/>
              <a:t>tolerance (</a:t>
            </a:r>
            <a:r>
              <a:rPr lang="en-US" i="1" dirty="0"/>
              <a:t>τ</a:t>
            </a:r>
            <a:r>
              <a:rPr lang="en-US" b="1" dirty="0"/>
              <a:t>)</a:t>
            </a:r>
            <a:r>
              <a:rPr lang="en-US" dirty="0"/>
              <a:t>, typically 1e-5</a:t>
            </a:r>
          </a:p>
          <a:p>
            <a:pPr lvl="1"/>
            <a:r>
              <a:rPr lang="en-US" dirty="0"/>
              <a:t>We calculate the weights until they drop below the threshold</a:t>
            </a:r>
          </a:p>
          <a:p>
            <a:pPr lvl="1"/>
            <a:r>
              <a:rPr lang="en-US" dirty="0"/>
              <a:t>If weight #500 is smaller than </a:t>
            </a:r>
            <a:r>
              <a:rPr lang="en-US" i="1" dirty="0"/>
              <a:t>τ</a:t>
            </a:r>
            <a:r>
              <a:rPr lang="en-US" dirty="0"/>
              <a:t>, we stop there</a:t>
            </a:r>
          </a:p>
          <a:p>
            <a:r>
              <a:rPr lang="en-US" dirty="0"/>
              <a:t>Result: </a:t>
            </a:r>
          </a:p>
          <a:p>
            <a:pPr lvl="1"/>
            <a:r>
              <a:rPr lang="en-US" dirty="0"/>
              <a:t>We have a stationary feature that preserves the trend without carrying the infinite baggage of the past</a:t>
            </a:r>
          </a:p>
        </p:txBody>
      </p:sp>
    </p:spTree>
    <p:extLst>
      <p:ext uri="{BB962C8B-B14F-4D97-AF65-F5344CB8AC3E}">
        <p14:creationId xmlns:p14="http://schemas.microsoft.com/office/powerpoint/2010/main" val="1826720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24F1F-09C1-3D95-8604-24A6540E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Optimization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BFFA3-C4C4-9042-5EBA-3A57BA8AC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Our goal</a:t>
            </a:r>
          </a:p>
          <a:p>
            <a:pPr lvl="1"/>
            <a:r>
              <a:rPr lang="en-US" dirty="0"/>
              <a:t>We want to find the smallest possible differential value that satisfies the math police(stationary)</a:t>
            </a:r>
          </a:p>
          <a:p>
            <a:pPr lvl="2"/>
            <a:r>
              <a:rPr lang="en-US" dirty="0"/>
              <a:t>We can automate this process using the augmented Dickey-Fuller test</a:t>
            </a:r>
          </a:p>
          <a:p>
            <a:r>
              <a:rPr lang="en-US" dirty="0"/>
              <a:t>The </a:t>
            </a:r>
            <a:r>
              <a:rPr lang="en-US" b="1" dirty="0"/>
              <a:t>Augmented Dickey-Fuller Test:</a:t>
            </a:r>
          </a:p>
          <a:p>
            <a:pPr lvl="1"/>
            <a:r>
              <a:rPr lang="en-US" dirty="0"/>
              <a:t>This is the standard statistical test used to determine if a time series is stationary or if it behaves like a random walk</a:t>
            </a:r>
          </a:p>
          <a:p>
            <a:r>
              <a:rPr lang="en-US" dirty="0"/>
              <a:t>The Algorithm</a:t>
            </a:r>
          </a:p>
          <a:p>
            <a:pPr lvl="1"/>
            <a:r>
              <a:rPr lang="en-US" dirty="0"/>
              <a:t>Transform the dollar bars using the current D value</a:t>
            </a:r>
          </a:p>
          <a:p>
            <a:pPr lvl="1"/>
            <a:r>
              <a:rPr lang="en-US" dirty="0"/>
              <a:t>Calculate the p-value(result of the above test)</a:t>
            </a:r>
          </a:p>
          <a:p>
            <a:pPr lvl="2"/>
            <a:r>
              <a:rPr lang="en-US" dirty="0"/>
              <a:t>Check if the result is less than 0.05</a:t>
            </a:r>
          </a:p>
          <a:p>
            <a:pPr lvl="3"/>
            <a:r>
              <a:rPr lang="en-US" dirty="0"/>
              <a:t>NO: the series is still non-stationary, increase D</a:t>
            </a:r>
          </a:p>
          <a:p>
            <a:pPr lvl="3"/>
            <a:r>
              <a:rPr lang="en-US" dirty="0"/>
              <a:t>Yes: Stop, you found the sweet spot!</a:t>
            </a:r>
          </a:p>
          <a:p>
            <a:r>
              <a:rPr lang="en-US" dirty="0"/>
              <a:t>At this specific point, we satisfy the "Math Police" (Stationarity) while keeping ~95% correlation with the original price history (Maximum Memory)</a:t>
            </a:r>
          </a:p>
          <a:p>
            <a:pPr lvl="1"/>
            <a:r>
              <a:rPr lang="en-US" dirty="0"/>
              <a:t>Emphasize that we could just use d=1 (standard returns) and pass the test easily. The entire point of this loop is to do the minimum amount of damage to the data necessary to pass the test</a:t>
            </a:r>
          </a:p>
        </p:txBody>
      </p:sp>
    </p:spTree>
    <p:extLst>
      <p:ext uri="{BB962C8B-B14F-4D97-AF65-F5344CB8AC3E}">
        <p14:creationId xmlns:p14="http://schemas.microsoft.com/office/powerpoint/2010/main" val="35214225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3ECA6-FD8A-F554-EC10-9F4C9D647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Implementation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DF6FF-4370-29CF-37BD-103BE8F47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874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3410</Words>
  <Application>Microsoft Office PowerPoint</Application>
  <PresentationFormat>Widescreen</PresentationFormat>
  <Paragraphs>254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Arial</vt:lpstr>
      <vt:lpstr>Cambria Math</vt:lpstr>
      <vt:lpstr>Office Theme</vt:lpstr>
      <vt:lpstr>Fractionally Differentiated Features</vt:lpstr>
      <vt:lpstr>Last Time</vt:lpstr>
      <vt:lpstr>Let’s Refocus Our Goal</vt:lpstr>
      <vt:lpstr>Supervised Machine Learning</vt:lpstr>
      <vt:lpstr>The Engine Under the Hood</vt:lpstr>
      <vt:lpstr>Memory is Predictive Power</vt:lpstr>
      <vt:lpstr>Dollar Bars Examined</vt:lpstr>
      <vt:lpstr>Visualizing the "Spread" of Uncertainty</vt:lpstr>
      <vt:lpstr>Probability Visualized</vt:lpstr>
      <vt:lpstr>Understanding Variance</vt:lpstr>
      <vt:lpstr>What do the “Math Police” Want?</vt:lpstr>
      <vt:lpstr>What makes something Stationary</vt:lpstr>
      <vt:lpstr>Stationary is Stability</vt:lpstr>
      <vt:lpstr>Stationary vs Non-Stationary</vt:lpstr>
      <vt:lpstr>Data Cleaning Continued</vt:lpstr>
      <vt:lpstr>Cleaning Data for a "Reasonable" Model</vt:lpstr>
      <vt:lpstr>The Drunk Walker in a New Suit</vt:lpstr>
      <vt:lpstr>The Industry Standard </vt:lpstr>
      <vt:lpstr>Stationary Check: Returns</vt:lpstr>
      <vt:lpstr>It is never that easy!</vt:lpstr>
      <vt:lpstr>Issues to consider</vt:lpstr>
      <vt:lpstr>The fundamental trade off</vt:lpstr>
      <vt:lpstr>Why We Usually Fail</vt:lpstr>
      <vt:lpstr>Fractional Differentiation</vt:lpstr>
      <vt:lpstr>The Hidden Drift</vt:lpstr>
      <vt:lpstr>Fixed-Width Window</vt:lpstr>
      <vt:lpstr>The Optimization Search</vt:lpstr>
      <vt:lpstr>The Implementation Task</vt:lpstr>
    </vt:vector>
  </TitlesOfParts>
  <Company>Carroll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Forden</dc:creator>
  <cp:lastModifiedBy>Jack Forden</cp:lastModifiedBy>
  <cp:revision>1</cp:revision>
  <dcterms:created xsi:type="dcterms:W3CDTF">2026-02-16T18:05:24Z</dcterms:created>
  <dcterms:modified xsi:type="dcterms:W3CDTF">2026-02-23T19:23:02Z</dcterms:modified>
</cp:coreProperties>
</file>